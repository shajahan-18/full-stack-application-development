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embedTrueTypeFonts="1"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y="10287000" cx="18288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033CC"/>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099" autoAdjust="0"/>
    <p:restoredTop sz="94622" autoAdjust="0"/>
  </p:normalViewPr>
  <p:slideViewPr>
    <p:cSldViewPr>
      <p:cViewPr varScale="1">
        <p:scale>
          <a:sx n="45" d="100"/>
          <a:sy n="45" d="100"/>
        </p:scale>
        <p:origin x="2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tableStyles" Target="tableStyles.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82" name=""/>
        <p:cNvGrpSpPr/>
        <p:nvPr/>
      </p:nvGrpSpPr>
      <p:grpSpPr>
        <a:xfrm>
          <a:off x="0" y="0"/>
          <a:ext cx="0" cy="0"/>
          <a:chOff x="0" y="0"/>
          <a:chExt cx="0" cy="0"/>
        </a:xfrm>
      </p:grpSpPr>
      <p:sp>
        <p:nvSpPr>
          <p:cNvPr id="104894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94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94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94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94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94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71" name=""/>
        <p:cNvGrpSpPr/>
        <p:nvPr/>
      </p:nvGrpSpPr>
      <p:grpSpPr>
        <a:xfrm>
          <a:off x="0" y="0"/>
          <a:ext cx="0" cy="0"/>
          <a:chOff x="0" y="0"/>
          <a:chExt cx="0" cy="0"/>
        </a:xfrm>
      </p:grpSpPr>
      <p:sp>
        <p:nvSpPr>
          <p:cNvPr id="1048886" name="Title 1"/>
          <p:cNvSpPr>
            <a:spLocks noGrp="1"/>
          </p:cNvSpPr>
          <p:nvPr>
            <p:ph type="ctrTitle"/>
          </p:nvPr>
        </p:nvSpPr>
        <p:spPr>
          <a:xfrm>
            <a:off x="685800" y="2130425"/>
            <a:ext cx="7772400" cy="1470025"/>
          </a:xfrm>
        </p:spPr>
        <p:txBody>
          <a:bodyPr/>
          <a:p>
            <a:r>
              <a:rPr lang="en-US"/>
              <a:t>Click to edit Master title style</a:t>
            </a:r>
          </a:p>
        </p:txBody>
      </p:sp>
      <p:sp>
        <p:nvSpPr>
          <p:cNvPr id="1048887"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p>
        </p:txBody>
      </p:sp>
      <p:sp>
        <p:nvSpPr>
          <p:cNvPr id="1048888" name="Date Placeholder 3"/>
          <p:cNvSpPr>
            <a:spLocks noGrp="1"/>
          </p:cNvSpPr>
          <p:nvPr>
            <p:ph type="dt" sz="half" idx="10"/>
          </p:nvPr>
        </p:nvSpPr>
        <p:spPr/>
        <p:txBody>
          <a:bodyPr/>
          <a:p>
            <a:fld id="{1D8BD707-D9CF-40AE-B4C6-C98DA3205C09}" type="datetimeFigureOut">
              <a:rPr lang="en-US" smtClean="0"/>
              <a:t>3/1/2026</a:t>
            </a:fld>
            <a:endParaRPr lang="en-US"/>
          </a:p>
        </p:txBody>
      </p:sp>
      <p:sp>
        <p:nvSpPr>
          <p:cNvPr id="1048889" name="Footer Placeholder 4"/>
          <p:cNvSpPr>
            <a:spLocks noGrp="1"/>
          </p:cNvSpPr>
          <p:nvPr>
            <p:ph type="ftr" sz="quarter" idx="11"/>
          </p:nvPr>
        </p:nvSpPr>
        <p:spPr/>
        <p:txBody>
          <a:bodyPr/>
          <a:p>
            <a:endParaRPr lang="en-US"/>
          </a:p>
        </p:txBody>
      </p:sp>
      <p:sp>
        <p:nvSpPr>
          <p:cNvPr id="1048890"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74" name=""/>
        <p:cNvGrpSpPr/>
        <p:nvPr/>
      </p:nvGrpSpPr>
      <p:grpSpPr>
        <a:xfrm>
          <a:off x="0" y="0"/>
          <a:ext cx="0" cy="0"/>
          <a:chOff x="0" y="0"/>
          <a:chExt cx="0" cy="0"/>
        </a:xfrm>
      </p:grpSpPr>
      <p:sp>
        <p:nvSpPr>
          <p:cNvPr id="1048900" name="Title 1"/>
          <p:cNvSpPr>
            <a:spLocks noGrp="1"/>
          </p:cNvSpPr>
          <p:nvPr>
            <p:ph type="title"/>
          </p:nvPr>
        </p:nvSpPr>
        <p:spPr/>
        <p:txBody>
          <a:bodyPr/>
          <a:p>
            <a:r>
              <a:rPr lang="en-US"/>
              <a:t>Click to edit Master title style</a:t>
            </a:r>
          </a:p>
        </p:txBody>
      </p:sp>
      <p:sp>
        <p:nvSpPr>
          <p:cNvPr id="1048901"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2" name="Date Placeholder 3"/>
          <p:cNvSpPr>
            <a:spLocks noGrp="1"/>
          </p:cNvSpPr>
          <p:nvPr>
            <p:ph type="dt" sz="half" idx="10"/>
          </p:nvPr>
        </p:nvSpPr>
        <p:spPr/>
        <p:txBody>
          <a:bodyPr/>
          <a:p>
            <a:fld id="{1D8BD707-D9CF-40AE-B4C6-C98DA3205C09}" type="datetimeFigureOut">
              <a:rPr lang="en-US" smtClean="0"/>
              <a:t>3/1/2026</a:t>
            </a:fld>
            <a:endParaRPr lang="en-US"/>
          </a:p>
        </p:txBody>
      </p:sp>
      <p:sp>
        <p:nvSpPr>
          <p:cNvPr id="1048903" name="Footer Placeholder 4"/>
          <p:cNvSpPr>
            <a:spLocks noGrp="1"/>
          </p:cNvSpPr>
          <p:nvPr>
            <p:ph type="ftr" sz="quarter" idx="11"/>
          </p:nvPr>
        </p:nvSpPr>
        <p:spPr/>
        <p:txBody>
          <a:bodyPr/>
          <a:p>
            <a:endParaRPr lang="en-US"/>
          </a:p>
        </p:txBody>
      </p:sp>
      <p:sp>
        <p:nvSpPr>
          <p:cNvPr id="1048904"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77" name=""/>
        <p:cNvGrpSpPr/>
        <p:nvPr/>
      </p:nvGrpSpPr>
      <p:grpSpPr>
        <a:xfrm>
          <a:off x="0" y="0"/>
          <a:ext cx="0" cy="0"/>
          <a:chOff x="0" y="0"/>
          <a:chExt cx="0" cy="0"/>
        </a:xfrm>
      </p:grpSpPr>
      <p:sp>
        <p:nvSpPr>
          <p:cNvPr id="1048916" name="Title 1"/>
          <p:cNvSpPr>
            <a:spLocks noGrp="1"/>
          </p:cNvSpPr>
          <p:nvPr>
            <p:ph type="title"/>
          </p:nvPr>
        </p:nvSpPr>
        <p:spPr>
          <a:xfrm>
            <a:off x="722313" y="4406900"/>
            <a:ext cx="7772400" cy="1362075"/>
          </a:xfrm>
        </p:spPr>
        <p:txBody>
          <a:bodyPr anchor="t"/>
          <a:lstStyle>
            <a:lvl1pPr algn="l">
              <a:defRPr b="1" cap="all" sz="4000"/>
            </a:lvl1pPr>
          </a:lstStyle>
          <a:p>
            <a:r>
              <a:rPr lang="en-US"/>
              <a:t>Click to edit Master title style</a:t>
            </a:r>
          </a:p>
        </p:txBody>
      </p:sp>
      <p:sp>
        <p:nvSpPr>
          <p:cNvPr id="1048917"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918" name="Date Placeholder 3"/>
          <p:cNvSpPr>
            <a:spLocks noGrp="1"/>
          </p:cNvSpPr>
          <p:nvPr>
            <p:ph type="dt" sz="half" idx="10"/>
          </p:nvPr>
        </p:nvSpPr>
        <p:spPr/>
        <p:txBody>
          <a:bodyPr/>
          <a:p>
            <a:fld id="{1D8BD707-D9CF-40AE-B4C6-C98DA3205C09}" type="datetimeFigureOut">
              <a:rPr lang="en-US" smtClean="0"/>
              <a:t>3/1/2026</a:t>
            </a:fld>
            <a:endParaRPr lang="en-US"/>
          </a:p>
        </p:txBody>
      </p:sp>
      <p:sp>
        <p:nvSpPr>
          <p:cNvPr id="1048919" name="Footer Placeholder 4"/>
          <p:cNvSpPr>
            <a:spLocks noGrp="1"/>
          </p:cNvSpPr>
          <p:nvPr>
            <p:ph type="ftr" sz="quarter" idx="11"/>
          </p:nvPr>
        </p:nvSpPr>
        <p:spPr/>
        <p:txBody>
          <a:bodyPr/>
          <a:p>
            <a:endParaRPr lang="en-US"/>
          </a:p>
        </p:txBody>
      </p:sp>
      <p:sp>
        <p:nvSpPr>
          <p:cNvPr id="1048920"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78" name=""/>
        <p:cNvGrpSpPr/>
        <p:nvPr/>
      </p:nvGrpSpPr>
      <p:grpSpPr>
        <a:xfrm>
          <a:off x="0" y="0"/>
          <a:ext cx="0" cy="0"/>
          <a:chOff x="0" y="0"/>
          <a:chExt cx="0" cy="0"/>
        </a:xfrm>
      </p:grpSpPr>
      <p:sp>
        <p:nvSpPr>
          <p:cNvPr id="1048921" name="Title 1"/>
          <p:cNvSpPr>
            <a:spLocks noGrp="1"/>
          </p:cNvSpPr>
          <p:nvPr>
            <p:ph type="title"/>
          </p:nvPr>
        </p:nvSpPr>
        <p:spPr/>
        <p:txBody>
          <a:bodyPr/>
          <a:p>
            <a:r>
              <a:rPr lang="en-US"/>
              <a:t>Click to edit Master title style</a:t>
            </a:r>
          </a:p>
        </p:txBody>
      </p:sp>
      <p:sp>
        <p:nvSpPr>
          <p:cNvPr id="104892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4" name="Date Placeholder 4"/>
          <p:cNvSpPr>
            <a:spLocks noGrp="1"/>
          </p:cNvSpPr>
          <p:nvPr>
            <p:ph type="dt" sz="half" idx="10"/>
          </p:nvPr>
        </p:nvSpPr>
        <p:spPr/>
        <p:txBody>
          <a:bodyPr/>
          <a:p>
            <a:fld id="{1D8BD707-D9CF-40AE-B4C6-C98DA3205C09}" type="datetimeFigureOut">
              <a:rPr lang="en-US" smtClean="0"/>
              <a:t>3/1/2026</a:t>
            </a:fld>
            <a:endParaRPr lang="en-US"/>
          </a:p>
        </p:txBody>
      </p:sp>
      <p:sp>
        <p:nvSpPr>
          <p:cNvPr id="1048925" name="Footer Placeholder 5"/>
          <p:cNvSpPr>
            <a:spLocks noGrp="1"/>
          </p:cNvSpPr>
          <p:nvPr>
            <p:ph type="ftr" sz="quarter" idx="11"/>
          </p:nvPr>
        </p:nvSpPr>
        <p:spPr/>
        <p:txBody>
          <a:bodyPr/>
          <a:p>
            <a:endParaRPr lang="en-US"/>
          </a:p>
        </p:txBody>
      </p:sp>
      <p:sp>
        <p:nvSpPr>
          <p:cNvPr id="1048926"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79" name=""/>
        <p:cNvGrpSpPr/>
        <p:nvPr/>
      </p:nvGrpSpPr>
      <p:grpSpPr>
        <a:xfrm>
          <a:off x="0" y="0"/>
          <a:ext cx="0" cy="0"/>
          <a:chOff x="0" y="0"/>
          <a:chExt cx="0" cy="0"/>
        </a:xfrm>
      </p:grpSpPr>
      <p:sp>
        <p:nvSpPr>
          <p:cNvPr id="1048927" name="Title 1"/>
          <p:cNvSpPr>
            <a:spLocks noGrp="1"/>
          </p:cNvSpPr>
          <p:nvPr>
            <p:ph type="title"/>
          </p:nvPr>
        </p:nvSpPr>
        <p:spPr/>
        <p:txBody>
          <a:bodyPr/>
          <a:p>
            <a:r>
              <a:rPr lang="en-US"/>
              <a:t>Click to edit Master title style</a:t>
            </a:r>
          </a:p>
        </p:txBody>
      </p:sp>
      <p:sp>
        <p:nvSpPr>
          <p:cNvPr id="1048928"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92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0"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93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2" name="Date Placeholder 6"/>
          <p:cNvSpPr>
            <a:spLocks noGrp="1"/>
          </p:cNvSpPr>
          <p:nvPr>
            <p:ph type="dt" sz="half" idx="10"/>
          </p:nvPr>
        </p:nvSpPr>
        <p:spPr/>
        <p:txBody>
          <a:bodyPr/>
          <a:p>
            <a:fld id="{1D8BD707-D9CF-40AE-B4C6-C98DA3205C09}" type="datetimeFigureOut">
              <a:rPr lang="en-US" smtClean="0"/>
              <a:t>3/1/2026</a:t>
            </a:fld>
            <a:endParaRPr lang="en-US"/>
          </a:p>
        </p:txBody>
      </p:sp>
      <p:sp>
        <p:nvSpPr>
          <p:cNvPr id="1048933" name="Footer Placeholder 7"/>
          <p:cNvSpPr>
            <a:spLocks noGrp="1"/>
          </p:cNvSpPr>
          <p:nvPr>
            <p:ph type="ftr" sz="quarter" idx="11"/>
          </p:nvPr>
        </p:nvSpPr>
        <p:spPr/>
        <p:txBody>
          <a:bodyPr/>
          <a:p>
            <a:endParaRPr lang="en-US"/>
          </a:p>
        </p:txBody>
      </p:sp>
      <p:sp>
        <p:nvSpPr>
          <p:cNvPr id="1048934"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72" name=""/>
        <p:cNvGrpSpPr/>
        <p:nvPr/>
      </p:nvGrpSpPr>
      <p:grpSpPr>
        <a:xfrm>
          <a:off x="0" y="0"/>
          <a:ext cx="0" cy="0"/>
          <a:chOff x="0" y="0"/>
          <a:chExt cx="0" cy="0"/>
        </a:xfrm>
      </p:grpSpPr>
      <p:sp>
        <p:nvSpPr>
          <p:cNvPr id="1048891" name="Title 1"/>
          <p:cNvSpPr>
            <a:spLocks noGrp="1"/>
          </p:cNvSpPr>
          <p:nvPr>
            <p:ph type="title"/>
          </p:nvPr>
        </p:nvSpPr>
        <p:spPr/>
        <p:txBody>
          <a:bodyPr/>
          <a:p>
            <a:r>
              <a:rPr lang="en-US"/>
              <a:t>Click to edit Master title style</a:t>
            </a:r>
          </a:p>
        </p:txBody>
      </p:sp>
      <p:sp>
        <p:nvSpPr>
          <p:cNvPr id="1048892" name="Date Placeholder 2"/>
          <p:cNvSpPr>
            <a:spLocks noGrp="1"/>
          </p:cNvSpPr>
          <p:nvPr>
            <p:ph type="dt" sz="half" idx="10"/>
          </p:nvPr>
        </p:nvSpPr>
        <p:spPr/>
        <p:txBody>
          <a:bodyPr/>
          <a:p>
            <a:fld id="{1D8BD707-D9CF-40AE-B4C6-C98DA3205C09}" type="datetimeFigureOut">
              <a:rPr lang="en-US" smtClean="0"/>
              <a:t>3/1/2026</a:t>
            </a:fld>
            <a:endParaRPr lang="en-US"/>
          </a:p>
        </p:txBody>
      </p:sp>
      <p:sp>
        <p:nvSpPr>
          <p:cNvPr id="1048893" name="Footer Placeholder 3"/>
          <p:cNvSpPr>
            <a:spLocks noGrp="1"/>
          </p:cNvSpPr>
          <p:nvPr>
            <p:ph type="ftr" sz="quarter" idx="11"/>
          </p:nvPr>
        </p:nvSpPr>
        <p:spPr/>
        <p:txBody>
          <a:bodyPr/>
          <a:p>
            <a:endParaRPr lang="en-US"/>
          </a:p>
        </p:txBody>
      </p:sp>
      <p:sp>
        <p:nvSpPr>
          <p:cNvPr id="1048894"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3" name=""/>
        <p:cNvGrpSpPr/>
        <p:nvPr/>
      </p:nvGrpSpPr>
      <p:grpSpPr>
        <a:xfrm>
          <a:off x="0" y="0"/>
          <a:ext cx="0" cy="0"/>
          <a:chOff x="0" y="0"/>
          <a:chExt cx="0" cy="0"/>
        </a:xfrm>
      </p:grpSpPr>
      <p:sp>
        <p:nvSpPr>
          <p:cNvPr id="1048581" name="Date Placeholder 1"/>
          <p:cNvSpPr>
            <a:spLocks noGrp="1"/>
          </p:cNvSpPr>
          <p:nvPr>
            <p:ph type="dt" sz="half" idx="10"/>
          </p:nvPr>
        </p:nvSpPr>
        <p:spPr/>
        <p:txBody>
          <a:bodyPr/>
          <a:p>
            <a:fld id="{1D8BD707-D9CF-40AE-B4C6-C98DA3205C09}" type="datetimeFigureOut">
              <a:rPr lang="en-US" smtClean="0"/>
              <a:t>3/1/2026</a:t>
            </a:fld>
            <a:endParaRPr lang="en-US"/>
          </a:p>
        </p:txBody>
      </p:sp>
      <p:sp>
        <p:nvSpPr>
          <p:cNvPr id="1048582" name="Footer Placeholder 2"/>
          <p:cNvSpPr>
            <a:spLocks noGrp="1"/>
          </p:cNvSpPr>
          <p:nvPr>
            <p:ph type="ftr" sz="quarter" idx="11"/>
          </p:nvPr>
        </p:nvSpPr>
        <p:spPr/>
        <p:txBody>
          <a:bodyPr/>
          <a:p>
            <a:endParaRPr lang="en-US"/>
          </a:p>
        </p:txBody>
      </p:sp>
      <p:sp>
        <p:nvSpPr>
          <p:cNvPr id="1048583"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80" name=""/>
        <p:cNvGrpSpPr/>
        <p:nvPr/>
      </p:nvGrpSpPr>
      <p:grpSpPr>
        <a:xfrm>
          <a:off x="0" y="0"/>
          <a:ext cx="0" cy="0"/>
          <a:chOff x="0" y="0"/>
          <a:chExt cx="0" cy="0"/>
        </a:xfrm>
      </p:grpSpPr>
      <p:sp>
        <p:nvSpPr>
          <p:cNvPr id="1048935" name="Title 1"/>
          <p:cNvSpPr>
            <a:spLocks noGrp="1"/>
          </p:cNvSpPr>
          <p:nvPr>
            <p:ph type="title"/>
          </p:nvPr>
        </p:nvSpPr>
        <p:spPr>
          <a:xfrm>
            <a:off x="457200" y="273050"/>
            <a:ext cx="3008313" cy="1162050"/>
          </a:xfrm>
        </p:spPr>
        <p:txBody>
          <a:bodyPr anchor="b"/>
          <a:lstStyle>
            <a:lvl1pPr algn="l">
              <a:defRPr b="1" sz="2000"/>
            </a:lvl1pPr>
          </a:lstStyle>
          <a:p>
            <a:r>
              <a:rPr lang="en-US"/>
              <a:t>Click to edit Master title style</a:t>
            </a:r>
          </a:p>
        </p:txBody>
      </p:sp>
      <p:sp>
        <p:nvSpPr>
          <p:cNvPr id="1048936"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7"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938" name="Date Placeholder 4"/>
          <p:cNvSpPr>
            <a:spLocks noGrp="1"/>
          </p:cNvSpPr>
          <p:nvPr>
            <p:ph type="dt" sz="half" idx="10"/>
          </p:nvPr>
        </p:nvSpPr>
        <p:spPr/>
        <p:txBody>
          <a:bodyPr/>
          <a:p>
            <a:fld id="{1D8BD707-D9CF-40AE-B4C6-C98DA3205C09}" type="datetimeFigureOut">
              <a:rPr lang="en-US" smtClean="0"/>
              <a:t>3/1/2026</a:t>
            </a:fld>
            <a:endParaRPr lang="en-US"/>
          </a:p>
        </p:txBody>
      </p:sp>
      <p:sp>
        <p:nvSpPr>
          <p:cNvPr id="1048939" name="Footer Placeholder 5"/>
          <p:cNvSpPr>
            <a:spLocks noGrp="1"/>
          </p:cNvSpPr>
          <p:nvPr>
            <p:ph type="ftr" sz="quarter" idx="11"/>
          </p:nvPr>
        </p:nvSpPr>
        <p:spPr/>
        <p:txBody>
          <a:bodyPr/>
          <a:p>
            <a:endParaRPr lang="en-US"/>
          </a:p>
        </p:txBody>
      </p:sp>
      <p:sp>
        <p:nvSpPr>
          <p:cNvPr id="1048940"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75" name=""/>
        <p:cNvGrpSpPr/>
        <p:nvPr/>
      </p:nvGrpSpPr>
      <p:grpSpPr>
        <a:xfrm>
          <a:off x="0" y="0"/>
          <a:ext cx="0" cy="0"/>
          <a:chOff x="0" y="0"/>
          <a:chExt cx="0" cy="0"/>
        </a:xfrm>
      </p:grpSpPr>
      <p:sp>
        <p:nvSpPr>
          <p:cNvPr id="1048905" name="Title 1"/>
          <p:cNvSpPr>
            <a:spLocks noGrp="1"/>
          </p:cNvSpPr>
          <p:nvPr>
            <p:ph type="title"/>
          </p:nvPr>
        </p:nvSpPr>
        <p:spPr>
          <a:xfrm>
            <a:off x="1792288" y="4800600"/>
            <a:ext cx="5486400" cy="566738"/>
          </a:xfrm>
        </p:spPr>
        <p:txBody>
          <a:bodyPr anchor="b"/>
          <a:lstStyle>
            <a:lvl1pPr algn="l">
              <a:defRPr b="1" sz="2000"/>
            </a:lvl1pPr>
          </a:lstStyle>
          <a:p>
            <a:r>
              <a:rPr lang="en-US"/>
              <a:t>Click to edit Master title style</a:t>
            </a:r>
          </a:p>
        </p:txBody>
      </p:sp>
      <p:sp>
        <p:nvSpPr>
          <p:cNvPr id="1048906"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907"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908" name="Date Placeholder 4"/>
          <p:cNvSpPr>
            <a:spLocks noGrp="1"/>
          </p:cNvSpPr>
          <p:nvPr>
            <p:ph type="dt" sz="half" idx="10"/>
          </p:nvPr>
        </p:nvSpPr>
        <p:spPr/>
        <p:txBody>
          <a:bodyPr/>
          <a:p>
            <a:fld id="{1D8BD707-D9CF-40AE-B4C6-C98DA3205C09}" type="datetimeFigureOut">
              <a:rPr lang="en-US" smtClean="0"/>
              <a:t>3/1/2026</a:t>
            </a:fld>
            <a:endParaRPr lang="en-US"/>
          </a:p>
        </p:txBody>
      </p:sp>
      <p:sp>
        <p:nvSpPr>
          <p:cNvPr id="1048909" name="Footer Placeholder 5"/>
          <p:cNvSpPr>
            <a:spLocks noGrp="1"/>
          </p:cNvSpPr>
          <p:nvPr>
            <p:ph type="ftr" sz="quarter" idx="11"/>
          </p:nvPr>
        </p:nvSpPr>
        <p:spPr/>
        <p:txBody>
          <a:bodyPr/>
          <a:p>
            <a:endParaRPr lang="en-US"/>
          </a:p>
        </p:txBody>
      </p:sp>
      <p:sp>
        <p:nvSpPr>
          <p:cNvPr id="1048910"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76" name=""/>
        <p:cNvGrpSpPr/>
        <p:nvPr/>
      </p:nvGrpSpPr>
      <p:grpSpPr>
        <a:xfrm>
          <a:off x="0" y="0"/>
          <a:ext cx="0" cy="0"/>
          <a:chOff x="0" y="0"/>
          <a:chExt cx="0" cy="0"/>
        </a:xfrm>
      </p:grpSpPr>
      <p:sp>
        <p:nvSpPr>
          <p:cNvPr id="1048911" name="Title 1"/>
          <p:cNvSpPr>
            <a:spLocks noGrp="1"/>
          </p:cNvSpPr>
          <p:nvPr>
            <p:ph type="title"/>
          </p:nvPr>
        </p:nvSpPr>
        <p:spPr/>
        <p:txBody>
          <a:bodyPr/>
          <a:p>
            <a:r>
              <a:rPr lang="en-US"/>
              <a:t>Click to edit Master title style</a:t>
            </a:r>
          </a:p>
        </p:txBody>
      </p:sp>
      <p:sp>
        <p:nvSpPr>
          <p:cNvPr id="1048912"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13" name="Date Placeholder 3"/>
          <p:cNvSpPr>
            <a:spLocks noGrp="1"/>
          </p:cNvSpPr>
          <p:nvPr>
            <p:ph type="dt" sz="half" idx="10"/>
          </p:nvPr>
        </p:nvSpPr>
        <p:spPr/>
        <p:txBody>
          <a:bodyPr/>
          <a:p>
            <a:fld id="{1D8BD707-D9CF-40AE-B4C6-C98DA3205C09}" type="datetimeFigureOut">
              <a:rPr lang="en-US" smtClean="0"/>
              <a:t>3/1/2026</a:t>
            </a:fld>
            <a:endParaRPr lang="en-US"/>
          </a:p>
        </p:txBody>
      </p:sp>
      <p:sp>
        <p:nvSpPr>
          <p:cNvPr id="1048914" name="Footer Placeholder 4"/>
          <p:cNvSpPr>
            <a:spLocks noGrp="1"/>
          </p:cNvSpPr>
          <p:nvPr>
            <p:ph type="ftr" sz="quarter" idx="11"/>
          </p:nvPr>
        </p:nvSpPr>
        <p:spPr/>
        <p:txBody>
          <a:bodyPr/>
          <a:p>
            <a:endParaRPr lang="en-US"/>
          </a:p>
        </p:txBody>
      </p:sp>
      <p:sp>
        <p:nvSpPr>
          <p:cNvPr id="1048915"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73" name=""/>
        <p:cNvGrpSpPr/>
        <p:nvPr/>
      </p:nvGrpSpPr>
      <p:grpSpPr>
        <a:xfrm>
          <a:off x="0" y="0"/>
          <a:ext cx="0" cy="0"/>
          <a:chOff x="0" y="0"/>
          <a:chExt cx="0" cy="0"/>
        </a:xfrm>
      </p:grpSpPr>
      <p:sp>
        <p:nvSpPr>
          <p:cNvPr id="1048895" name="Vertical Title 1"/>
          <p:cNvSpPr>
            <a:spLocks noGrp="1"/>
          </p:cNvSpPr>
          <p:nvPr>
            <p:ph type="title" orient="vert"/>
          </p:nvPr>
        </p:nvSpPr>
        <p:spPr>
          <a:xfrm>
            <a:off x="6629400" y="274638"/>
            <a:ext cx="2057400" cy="5851525"/>
          </a:xfrm>
        </p:spPr>
        <p:txBody>
          <a:bodyPr vert="eaVert"/>
          <a:p>
            <a:r>
              <a:rPr lang="en-US"/>
              <a:t>Click to edit Master title style</a:t>
            </a:r>
          </a:p>
        </p:txBody>
      </p:sp>
      <p:sp>
        <p:nvSpPr>
          <p:cNvPr id="1048896" name="Vertical Text Placeholder 2"/>
          <p:cNvSpPr>
            <a:spLocks noGrp="1"/>
          </p:cNvSpPr>
          <p:nvPr>
            <p:ph type="body" orient="vert" idx="1"/>
          </p:nvPr>
        </p:nvSpPr>
        <p:spPr>
          <a:xfrm>
            <a:off x="457200" y="274638"/>
            <a:ext cx="6019800" cy="5851525"/>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7" name="Date Placeholder 3"/>
          <p:cNvSpPr>
            <a:spLocks noGrp="1"/>
          </p:cNvSpPr>
          <p:nvPr>
            <p:ph type="dt" sz="half" idx="10"/>
          </p:nvPr>
        </p:nvSpPr>
        <p:spPr/>
        <p:txBody>
          <a:bodyPr/>
          <a:p>
            <a:fld id="{1D8BD707-D9CF-40AE-B4C6-C98DA3205C09}" type="datetimeFigureOut">
              <a:rPr lang="en-US" smtClean="0"/>
              <a:t>3/1/2026</a:t>
            </a:fld>
            <a:endParaRPr lang="en-US"/>
          </a:p>
        </p:txBody>
      </p:sp>
      <p:sp>
        <p:nvSpPr>
          <p:cNvPr id="1048898" name="Footer Placeholder 4"/>
          <p:cNvSpPr>
            <a:spLocks noGrp="1"/>
          </p:cNvSpPr>
          <p:nvPr>
            <p:ph type="ftr" sz="quarter" idx="11"/>
          </p:nvPr>
        </p:nvSpPr>
        <p:spPr/>
        <p:txBody>
          <a:bodyPr/>
          <a:p>
            <a:endParaRPr lang="en-US"/>
          </a:p>
        </p:txBody>
      </p:sp>
      <p:sp>
        <p:nvSpPr>
          <p:cNvPr id="1048899"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3/1/2026</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jpeg"/><Relationship Id="rId3"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24" name=""/>
        <p:cNvGrpSpPr/>
        <p:nvPr/>
      </p:nvGrpSpPr>
      <p:grpSpPr>
        <a:xfrm>
          <a:off x="0" y="0"/>
          <a:ext cx="0" cy="0"/>
          <a:chOff x="0" y="0"/>
          <a:chExt cx="0" cy="0"/>
        </a:xfrm>
      </p:grpSpPr>
      <p:grpSp>
        <p:nvGrpSpPr>
          <p:cNvPr id="25" name="Group 10"/>
          <p:cNvGrpSpPr/>
          <p:nvPr/>
        </p:nvGrpSpPr>
        <p:grpSpPr>
          <a:xfrm>
            <a:off x="11762088" y="-9632634"/>
            <a:ext cx="10994424" cy="10994424"/>
            <a:chOff x="0" y="0"/>
            <a:chExt cx="812800" cy="812800"/>
          </a:xfrm>
        </p:grpSpPr>
        <p:sp>
          <p:nvSpPr>
            <p:cNvPr id="1048584" name="Freeform 11"/>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585" name="TextBox 12"/>
            <p:cNvSpPr txBox="1"/>
            <p:nvPr/>
          </p:nvSpPr>
          <p:spPr>
            <a:xfrm>
              <a:off x="76200" y="47625"/>
              <a:ext cx="660400" cy="688975"/>
            </a:xfrm>
            <a:prstGeom prst="rect"/>
          </p:spPr>
          <p:txBody>
            <a:bodyPr anchor="ctr" bIns="50800" lIns="50800" rIns="50800" rtlCol="0" tIns="50800"/>
            <a:p>
              <a:pPr algn="ctr">
                <a:lnSpc>
                  <a:spcPts val="2659"/>
                </a:lnSpc>
              </a:pPr>
            </a:p>
          </p:txBody>
        </p:sp>
      </p:grpSp>
      <p:grpSp>
        <p:nvGrpSpPr>
          <p:cNvPr id="26" name="Group 19"/>
          <p:cNvGrpSpPr/>
          <p:nvPr/>
        </p:nvGrpSpPr>
        <p:grpSpPr>
          <a:xfrm>
            <a:off x="-9965724" y="-1383136"/>
            <a:ext cx="10994424" cy="10994424"/>
            <a:chOff x="0" y="0"/>
            <a:chExt cx="812800" cy="812800"/>
          </a:xfrm>
        </p:grpSpPr>
        <p:sp>
          <p:nvSpPr>
            <p:cNvPr id="1048586" name="Freeform 20"/>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587" name="TextBox 21"/>
            <p:cNvSpPr txBox="1"/>
            <p:nvPr/>
          </p:nvSpPr>
          <p:spPr>
            <a:xfrm>
              <a:off x="76200" y="47625"/>
              <a:ext cx="660400" cy="688975"/>
            </a:xfrm>
            <a:prstGeom prst="rect"/>
          </p:spPr>
          <p:txBody>
            <a:bodyPr anchor="ctr" bIns="50800" lIns="50800" rIns="50800" rtlCol="0" tIns="50800"/>
            <a:p>
              <a:pPr algn="ctr">
                <a:lnSpc>
                  <a:spcPts val="2659"/>
                </a:lnSpc>
              </a:pPr>
            </a:p>
          </p:txBody>
        </p:sp>
      </p:grpSp>
      <p:pic>
        <p:nvPicPr>
          <p:cNvPr id="2097152" name="Picture 22"/>
          <p:cNvPicPr>
            <a:picLocks noChangeAspect="1"/>
          </p:cNvPicPr>
          <p:nvPr/>
        </p:nvPicPr>
        <p:blipFill>
          <a:blip xmlns:r="http://schemas.openxmlformats.org/officeDocument/2006/relationships" r:embed="rId1"/>
          <a:stretch>
            <a:fillRect/>
          </a:stretch>
        </p:blipFill>
        <p:spPr>
          <a:xfrm>
            <a:off x="6610443" y="196689"/>
            <a:ext cx="4752247" cy="1360611"/>
          </a:xfrm>
          <a:prstGeom prst="rect"/>
        </p:spPr>
      </p:pic>
      <p:sp>
        <p:nvSpPr>
          <p:cNvPr id="1048588" name="TextBox 23"/>
          <p:cNvSpPr txBox="1"/>
          <p:nvPr/>
        </p:nvSpPr>
        <p:spPr>
          <a:xfrm>
            <a:off x="1360002" y="1608482"/>
            <a:ext cx="15925800" cy="1590040"/>
          </a:xfrm>
          <a:prstGeom prst="rect"/>
          <a:noFill/>
        </p:spPr>
        <p:txBody>
          <a:bodyPr rtlCol="0" wrap="square">
            <a:spAutoFit/>
          </a:bodyPr>
          <a:p>
            <a:pPr algn="ctr"/>
            <a:r>
              <a:rPr b="1" dirty="0" sz="3200" lang="en-US">
                <a:latin typeface="Cambria" panose="02040503050406030204" pitchFamily="18" charset="0"/>
                <a:ea typeface="Cambria" panose="02040503050406030204" pitchFamily="18" charset="0"/>
              </a:rPr>
              <a:t>Vel Tech Rangarajan Dr. Sagunthala R&amp;D Institute of Science and Technology</a:t>
            </a:r>
          </a:p>
          <a:p>
            <a:pPr algn="ctr"/>
            <a:r>
              <a:rPr b="1" dirty="0" sz="3600" lang="en-US">
                <a:latin typeface="Cambria" panose="02040503050406030204" pitchFamily="18" charset="0"/>
                <a:ea typeface="Cambria" panose="02040503050406030204" pitchFamily="18" charset="0"/>
              </a:rPr>
              <a:t>School of Computing </a:t>
            </a:r>
          </a:p>
          <a:p>
            <a:pPr algn="ctr"/>
            <a:r>
              <a:rPr b="1" dirty="0" sz="3200" lang="en-US">
                <a:latin typeface="Cambria" panose="02040503050406030204" pitchFamily="18" charset="0"/>
                <a:ea typeface="Cambria" panose="02040503050406030204" pitchFamily="18" charset="0"/>
              </a:rPr>
              <a:t>Department of Computer Science and Engineering</a:t>
            </a:r>
            <a:endParaRPr b="1" dirty="0" sz="3200" lang="en-IN">
              <a:latin typeface="Cambria" panose="02040503050406030204" pitchFamily="18" charset="0"/>
              <a:ea typeface="Cambria" panose="02040503050406030204" pitchFamily="18" charset="0"/>
            </a:endParaRPr>
          </a:p>
        </p:txBody>
      </p:sp>
      <p:sp>
        <p:nvSpPr>
          <p:cNvPr id="1048589" name="TextBox 25"/>
          <p:cNvSpPr txBox="1"/>
          <p:nvPr/>
        </p:nvSpPr>
        <p:spPr>
          <a:xfrm>
            <a:off x="1692835" y="3272357"/>
            <a:ext cx="15260135" cy="523220"/>
          </a:xfrm>
          <a:prstGeom prst="rect"/>
          <a:noFill/>
        </p:spPr>
        <p:txBody>
          <a:bodyPr wrap="square">
            <a:spAutoFit/>
          </a:bodyPr>
          <a:p>
            <a:pPr algn="ctr"/>
            <a:r>
              <a:rPr b="1" dirty="0" sz="2800" lang="en-US">
                <a:solidFill>
                  <a:srgbClr val="0033CC"/>
                </a:solidFill>
                <a:latin typeface="Bookman Old Style" panose="02050604050505020204" pitchFamily="18" charset="0"/>
              </a:rPr>
              <a:t>10211CS224 / FULL STACK APPLICATION DEVELOPMENT (JAVA)</a:t>
            </a:r>
            <a:endParaRPr b="1" dirty="0" sz="2800" lang="en-IN">
              <a:solidFill>
                <a:srgbClr val="0033CC"/>
              </a:solidFill>
              <a:latin typeface="Bookman Old Style" panose="02050604050505020204" pitchFamily="18" charset="0"/>
            </a:endParaRPr>
          </a:p>
        </p:txBody>
      </p:sp>
      <p:sp>
        <p:nvSpPr>
          <p:cNvPr id="1048590" name="TextBox 26"/>
          <p:cNvSpPr txBox="1"/>
          <p:nvPr/>
        </p:nvSpPr>
        <p:spPr>
          <a:xfrm>
            <a:off x="3727757" y="3897940"/>
            <a:ext cx="11190289" cy="1691641"/>
          </a:xfrm>
          <a:prstGeom prst="rect"/>
          <a:noFill/>
        </p:spPr>
        <p:txBody>
          <a:bodyPr rtlCol="0" wrap="square">
            <a:spAutoFit/>
          </a:bodyPr>
          <a:p>
            <a:pPr algn="ctr"/>
            <a:r>
              <a:rPr b="1" dirty="0" sz="3600" lang="en-IN">
                <a:solidFill>
                  <a:srgbClr val="C00000"/>
                </a:solidFill>
                <a:latin typeface="Arial" panose="020B0604020202020204" pitchFamily="34" charset="0"/>
                <a:cs typeface="Arial" panose="020B0604020202020204" pitchFamily="34" charset="0"/>
              </a:rPr>
              <a:t>PROJECT REVIEW : MILESTONE PROJECT – 1</a:t>
            </a:r>
          </a:p>
          <a:p>
            <a:pPr algn="ctr"/>
            <a:endParaRPr b="1" dirty="0" sz="3600" lang="en-IN">
              <a:solidFill>
                <a:srgbClr val="C00000"/>
              </a:solidFill>
              <a:latin typeface="Arial" panose="020B0604020202020204" pitchFamily="34" charset="0"/>
              <a:cs typeface="Arial" panose="020B0604020202020204" pitchFamily="34" charset="0"/>
            </a:endParaRPr>
          </a:p>
          <a:p>
            <a:pPr algn="ctr"/>
            <a:r>
              <a:rPr b="1" dirty="0" sz="3600" lang="en-IN">
                <a:solidFill>
                  <a:srgbClr val="C00000"/>
                </a:solidFill>
                <a:latin typeface="Arial" panose="020B0604020202020204" pitchFamily="34" charset="0"/>
                <a:cs typeface="Arial" panose="020B0604020202020204" pitchFamily="34" charset="0"/>
              </a:rPr>
              <a:t>Date: 02-02-2026</a:t>
            </a:r>
          </a:p>
        </p:txBody>
      </p:sp>
      <p:sp>
        <p:nvSpPr>
          <p:cNvPr id="1048591" name="TextBox 12"/>
          <p:cNvSpPr txBox="1"/>
          <p:nvPr/>
        </p:nvSpPr>
        <p:spPr>
          <a:xfrm>
            <a:off x="1501640" y="6057900"/>
            <a:ext cx="15784162" cy="584775"/>
          </a:xfrm>
          <a:prstGeom prst="rect"/>
          <a:noFill/>
        </p:spPr>
        <p:txBody>
          <a:bodyPr rtlCol="0" wrap="square">
            <a:spAutoFit/>
          </a:bodyPr>
          <a:p>
            <a:pPr algn="ctr"/>
            <a:r>
              <a:rPr b="1" dirty="0" sz="3200" lang="en-US">
                <a:solidFill>
                  <a:srgbClr val="0033CC"/>
                </a:solidFill>
                <a:latin typeface="Times New Roman" panose="02020603050405020304" pitchFamily="18" charset="0"/>
                <a:cs typeface="Times New Roman" panose="02020603050405020304" pitchFamily="18" charset="0"/>
              </a:rPr>
              <a:t>Automated Quiz Engine with PDF Certification Generation</a:t>
            </a:r>
            <a:endParaRPr b="1" dirty="0" sz="3200" lang="en-IN">
              <a:solidFill>
                <a:srgbClr val="0033CC"/>
              </a:solidFill>
              <a:latin typeface="Times New Roman" panose="02020603050405020304" pitchFamily="18" charset="0"/>
              <a:cs typeface="Times New Roman" panose="02020603050405020304" pitchFamily="18" charset="0"/>
            </a:endParaRPr>
          </a:p>
        </p:txBody>
      </p:sp>
      <p:sp>
        <p:nvSpPr>
          <p:cNvPr id="1048592" name="TextBox 13"/>
          <p:cNvSpPr txBox="1"/>
          <p:nvPr/>
        </p:nvSpPr>
        <p:spPr>
          <a:xfrm>
            <a:off x="893870" y="7800539"/>
            <a:ext cx="9067800" cy="1424940"/>
          </a:xfrm>
          <a:prstGeom prst="rect"/>
          <a:noFill/>
        </p:spPr>
        <p:txBody>
          <a:bodyPr rtlCol="0" wrap="square">
            <a:spAutoFit/>
          </a:bodyPr>
          <a:p>
            <a:pPr>
              <a:lnSpc>
                <a:spcPct val="150000"/>
              </a:lnSpc>
            </a:pPr>
            <a:r>
              <a:rPr b="1" dirty="0" sz="3000" lang="en-US">
                <a:latin typeface="Cambria" panose="02040503050406030204" pitchFamily="18" charset="0"/>
                <a:ea typeface="Cambria" panose="02040503050406030204" pitchFamily="18" charset="0"/>
              </a:rPr>
              <a:t>Presented By:</a:t>
            </a:r>
          </a:p>
          <a:p>
            <a:pPr>
              <a:lnSpc>
                <a:spcPct val="150000"/>
              </a:lnSpc>
            </a:pPr>
            <a:r>
              <a:rPr dirty="0" sz="3000" lang="en-US" err="1">
                <a:latin typeface="Cambria" panose="02040503050406030204" pitchFamily="18" charset="0"/>
                <a:ea typeface="Cambria" panose="02040503050406030204" pitchFamily="18" charset="0"/>
              </a:rPr>
              <a:t>S.Shajahan</a:t>
            </a:r>
            <a:r>
              <a:rPr dirty="0" sz="3000" lang="en-US">
                <a:latin typeface="Cambria" panose="02040503050406030204" pitchFamily="18" charset="0"/>
                <a:ea typeface="Cambria" panose="02040503050406030204" pitchFamily="18" charset="0"/>
              </a:rPr>
              <a:t> – VTU25639 – 23UECS0890.</a:t>
            </a:r>
            <a:endParaRPr dirty="0" sz="3000" lang="en-IN">
              <a:latin typeface="Cambria" panose="02040503050406030204" pitchFamily="18" charset="0"/>
              <a:ea typeface="Cambria" panose="02040503050406030204" pitchFamily="18" charset="0"/>
            </a:endParaRPr>
          </a:p>
        </p:txBody>
      </p:sp>
      <p:sp>
        <p:nvSpPr>
          <p:cNvPr id="1048593" name="TextBox 14"/>
          <p:cNvSpPr txBox="1"/>
          <p:nvPr/>
        </p:nvSpPr>
        <p:spPr>
          <a:xfrm>
            <a:off x="10945035" y="7818586"/>
            <a:ext cx="6914603" cy="1424940"/>
          </a:xfrm>
          <a:prstGeom prst="rect"/>
          <a:noFill/>
        </p:spPr>
        <p:txBody>
          <a:bodyPr rtlCol="0" wrap="square">
            <a:spAutoFit/>
          </a:bodyPr>
          <a:p>
            <a:pPr>
              <a:lnSpc>
                <a:spcPct val="150000"/>
              </a:lnSpc>
            </a:pPr>
            <a:r>
              <a:rPr b="1" dirty="0" sz="3000" lang="en-US">
                <a:latin typeface="Cambria" panose="02040503050406030204" pitchFamily="18" charset="0"/>
                <a:ea typeface="Cambria" panose="02040503050406030204" pitchFamily="18" charset="0"/>
              </a:rPr>
              <a:t>Courses Handling Faculty:</a:t>
            </a:r>
          </a:p>
          <a:p>
            <a:pPr>
              <a:lnSpc>
                <a:spcPct val="150000"/>
              </a:lnSpc>
            </a:pPr>
            <a:r>
              <a:rPr dirty="0" sz="3000" lang="en-US">
                <a:latin typeface="Cambria" panose="02040503050406030204" pitchFamily="18" charset="0"/>
                <a:ea typeface="Cambria" panose="02040503050406030204" pitchFamily="18" charset="0"/>
              </a:rPr>
              <a:t>Dr. S . HEMAMALINI – M.E., Ph.D.,</a:t>
            </a:r>
            <a:endParaRPr dirty="0" sz="3000" lang="en-IN">
              <a:latin typeface="Cambria" panose="02040503050406030204" pitchFamily="18" charset="0"/>
              <a:ea typeface="Cambria" panose="02040503050406030204" pitchFamily="18" charset="0"/>
            </a:endParaRPr>
          </a:p>
        </p:txBody>
      </p:sp>
      <p:sp>
        <p:nvSpPr>
          <p:cNvPr id="1048594" name="TextBox 15"/>
          <p:cNvSpPr txBox="1"/>
          <p:nvPr/>
        </p:nvSpPr>
        <p:spPr>
          <a:xfrm>
            <a:off x="2209800" y="6972300"/>
            <a:ext cx="14743170" cy="400110"/>
          </a:xfrm>
          <a:prstGeom prst="rect"/>
          <a:noFill/>
        </p:spPr>
        <p:txBody>
          <a:bodyPr rtlCol="0" wrap="square">
            <a:spAutoFit/>
          </a:bodyPr>
          <a:p>
            <a:r>
              <a:rPr b="1" dirty="0" sz="2000" lang="en-US">
                <a:latin typeface="Cambria" panose="02040503050406030204" pitchFamily="18" charset="0"/>
                <a:ea typeface="Cambria" panose="02040503050406030204" pitchFamily="18" charset="0"/>
              </a:rPr>
              <a:t>SDG: SDG 4 – Quality Education</a:t>
            </a:r>
            <a:endParaRPr b="1" dirty="0" sz="2000" lang="en-IN">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32" name=""/>
        <p:cNvGrpSpPr/>
        <p:nvPr/>
      </p:nvGrpSpPr>
      <p:grpSpPr>
        <a:xfrm>
          <a:off x="0" y="0"/>
          <a:ext cx="0" cy="0"/>
          <a:chOff x="0" y="0"/>
          <a:chExt cx="0" cy="0"/>
        </a:xfrm>
      </p:grpSpPr>
      <p:sp>
        <p:nvSpPr>
          <p:cNvPr id="1048595" name="Freeform 8"/>
          <p:cNvSpPr/>
          <p:nvPr/>
        </p:nvSpPr>
        <p:spPr>
          <a:xfrm>
            <a:off x="16313420" y="910465"/>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33" name="Group 9"/>
          <p:cNvGrpSpPr/>
          <p:nvPr/>
        </p:nvGrpSpPr>
        <p:grpSpPr>
          <a:xfrm>
            <a:off x="706082" y="1952203"/>
            <a:ext cx="992463" cy="992463"/>
            <a:chOff x="0" y="0"/>
            <a:chExt cx="812800" cy="812800"/>
          </a:xfrm>
        </p:grpSpPr>
        <p:sp>
          <p:nvSpPr>
            <p:cNvPr id="1048596" name="Freeform 10"/>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597" name="TextBox 11"/>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1</a:t>
              </a:r>
            </a:p>
          </p:txBody>
        </p:sp>
      </p:grpSp>
      <p:grpSp>
        <p:nvGrpSpPr>
          <p:cNvPr id="34" name="Group 12"/>
          <p:cNvGrpSpPr/>
          <p:nvPr/>
        </p:nvGrpSpPr>
        <p:grpSpPr>
          <a:xfrm>
            <a:off x="948235" y="4447339"/>
            <a:ext cx="508158" cy="543805"/>
            <a:chOff x="0" y="0"/>
            <a:chExt cx="812800" cy="869819"/>
          </a:xfrm>
        </p:grpSpPr>
        <p:sp>
          <p:nvSpPr>
            <p:cNvPr id="1048598" name="Freeform 1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599" name="TextBox 1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35" name="Group 15"/>
          <p:cNvGrpSpPr/>
          <p:nvPr/>
        </p:nvGrpSpPr>
        <p:grpSpPr>
          <a:xfrm>
            <a:off x="948235" y="3107362"/>
            <a:ext cx="508158" cy="543805"/>
            <a:chOff x="0" y="0"/>
            <a:chExt cx="812800" cy="869819"/>
          </a:xfrm>
        </p:grpSpPr>
        <p:sp>
          <p:nvSpPr>
            <p:cNvPr id="1048600" name="Freeform 1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01" name="TextBox 1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36" name="Group 18"/>
          <p:cNvGrpSpPr/>
          <p:nvPr/>
        </p:nvGrpSpPr>
        <p:grpSpPr>
          <a:xfrm>
            <a:off x="948235" y="5115753"/>
            <a:ext cx="508158" cy="543805"/>
            <a:chOff x="0" y="0"/>
            <a:chExt cx="812800" cy="869819"/>
          </a:xfrm>
        </p:grpSpPr>
        <p:sp>
          <p:nvSpPr>
            <p:cNvPr id="1048602" name="Freeform 1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03" name="TextBox 2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37" name="Group 21"/>
          <p:cNvGrpSpPr/>
          <p:nvPr/>
        </p:nvGrpSpPr>
        <p:grpSpPr>
          <a:xfrm>
            <a:off x="948235" y="3776486"/>
            <a:ext cx="508158" cy="543805"/>
            <a:chOff x="0" y="0"/>
            <a:chExt cx="812800" cy="869819"/>
          </a:xfrm>
        </p:grpSpPr>
        <p:sp>
          <p:nvSpPr>
            <p:cNvPr id="1048604" name="Freeform 2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05" name="TextBox 2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38" name="Group 24"/>
          <p:cNvGrpSpPr/>
          <p:nvPr/>
        </p:nvGrpSpPr>
        <p:grpSpPr>
          <a:xfrm>
            <a:off x="948235" y="6455730"/>
            <a:ext cx="508158" cy="543805"/>
            <a:chOff x="0" y="0"/>
            <a:chExt cx="812800" cy="869819"/>
          </a:xfrm>
        </p:grpSpPr>
        <p:sp>
          <p:nvSpPr>
            <p:cNvPr id="1048606" name="Freeform 25"/>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07" name="TextBox 26"/>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39" name="Group 27"/>
          <p:cNvGrpSpPr/>
          <p:nvPr/>
        </p:nvGrpSpPr>
        <p:grpSpPr>
          <a:xfrm>
            <a:off x="948235" y="5784877"/>
            <a:ext cx="508158" cy="543805"/>
            <a:chOff x="0" y="0"/>
            <a:chExt cx="812800" cy="869819"/>
          </a:xfrm>
        </p:grpSpPr>
        <p:sp>
          <p:nvSpPr>
            <p:cNvPr id="1048608" name="Freeform 2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09" name="TextBox 2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40" name="Group 36"/>
          <p:cNvGrpSpPr/>
          <p:nvPr/>
        </p:nvGrpSpPr>
        <p:grpSpPr>
          <a:xfrm>
            <a:off x="948235" y="7123361"/>
            <a:ext cx="508158" cy="543805"/>
            <a:chOff x="0" y="0"/>
            <a:chExt cx="812800" cy="869819"/>
          </a:xfrm>
        </p:grpSpPr>
        <p:sp>
          <p:nvSpPr>
            <p:cNvPr id="1048610" name="Freeform 3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11" name="TextBox 3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grpSp>
        <p:nvGrpSpPr>
          <p:cNvPr id="41" name="Group 39"/>
          <p:cNvGrpSpPr/>
          <p:nvPr/>
        </p:nvGrpSpPr>
        <p:grpSpPr>
          <a:xfrm>
            <a:off x="948235" y="7790991"/>
            <a:ext cx="508158" cy="543805"/>
            <a:chOff x="0" y="0"/>
            <a:chExt cx="812800" cy="869819"/>
          </a:xfrm>
        </p:grpSpPr>
        <p:sp>
          <p:nvSpPr>
            <p:cNvPr id="1048612" name="Freeform 4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13" name="TextBox 4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614" name="TextBox 1"/>
          <p:cNvSpPr txBox="1"/>
          <p:nvPr/>
        </p:nvSpPr>
        <p:spPr>
          <a:xfrm>
            <a:off x="152400" y="342900"/>
            <a:ext cx="181356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INTRODUCTION</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615" name="TextBox 2"/>
          <p:cNvSpPr txBox="1"/>
          <p:nvPr/>
        </p:nvSpPr>
        <p:spPr>
          <a:xfrm>
            <a:off x="1981200" y="2247899"/>
            <a:ext cx="14805160" cy="11826240"/>
          </a:xfrm>
          <a:prstGeom prst="rect"/>
          <a:noFill/>
        </p:spPr>
        <p:txBody>
          <a:bodyPr rtlCol="0" wrap="square">
            <a:spAutoFit/>
          </a:bodyPr>
          <a:p>
            <a:r>
              <a:rPr b="1" dirty="0" sz="2800" lang="en-US">
                <a:solidFill>
                  <a:srgbClr val="0033CC"/>
                </a:solidFill>
              </a:rPr>
              <a:t>Background of the problem:</a:t>
            </a:r>
          </a:p>
          <a:p>
            <a:endParaRPr dirty="0" sz="2800" lang="en-US"/>
          </a:p>
          <a:p>
            <a:r>
              <a:rPr dirty="0" sz="2800" lang="en-IN"/>
              <a:t>Traditional quizzes lack automation and certification features.</a:t>
            </a:r>
          </a:p>
          <a:p>
            <a:endParaRPr dirty="0" sz="2800" lang="en-US"/>
          </a:p>
          <a:p>
            <a:r>
              <a:rPr b="1" dirty="0" sz="2800" lang="en-US">
                <a:solidFill>
                  <a:srgbClr val="0033CC"/>
                </a:solidFill>
              </a:rPr>
              <a:t>Why this project is important:</a:t>
            </a:r>
          </a:p>
          <a:p>
            <a:endParaRPr dirty="0" sz="2800" lang="en-US"/>
          </a:p>
          <a:p>
            <a:r>
              <a:rPr dirty="0" sz="2800" lang="en-US"/>
              <a:t>It streamlines learning assessments and validates knowledge instantly.</a:t>
            </a:r>
          </a:p>
          <a:p>
            <a:endParaRPr b="1" dirty="0" sz="2800" lang="en-US"/>
          </a:p>
          <a:p>
            <a:r>
              <a:rPr b="1" dirty="0" sz="2800" lang="en-US">
                <a:solidFill>
                  <a:srgbClr val="0033CC"/>
                </a:solidFill>
              </a:rPr>
              <a:t>Real-world relevance:</a:t>
            </a:r>
          </a:p>
          <a:p>
            <a:endParaRPr dirty="0" sz="2800" lang="en-US"/>
          </a:p>
          <a:p>
            <a:r>
              <a:rPr dirty="0" sz="2800" lang="en-US"/>
              <a:t>Useful for online courses, corporate training, and skill evaluations.</a:t>
            </a:r>
          </a:p>
          <a:p>
            <a:endParaRPr dirty="0" sz="2800" lang="en-US"/>
          </a:p>
          <a:p>
            <a:r>
              <a:rPr b="1" dirty="0" sz="2800" lang="en-US">
                <a:solidFill>
                  <a:srgbClr val="0033CC"/>
                </a:solidFill>
              </a:rPr>
              <a:t>Brief overview of the system:</a:t>
            </a:r>
          </a:p>
          <a:p>
            <a:endParaRPr dirty="0" sz="2800" lang="en-US"/>
          </a:p>
          <a:p>
            <a:r>
              <a:rPr dirty="0" sz="2800" lang="en-US"/>
              <a:t>An automated quiz engine that generates results and issues PDF certificates</a:t>
            </a:r>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42" name=""/>
        <p:cNvGrpSpPr/>
        <p:nvPr/>
      </p:nvGrpSpPr>
      <p:grpSpPr>
        <a:xfrm>
          <a:off x="0" y="0"/>
          <a:ext cx="0" cy="0"/>
          <a:chOff x="0" y="0"/>
          <a:chExt cx="0" cy="0"/>
        </a:xfrm>
      </p:grpSpPr>
      <p:sp>
        <p:nvSpPr>
          <p:cNvPr id="1048616" name="Freeform 10"/>
          <p:cNvSpPr/>
          <p:nvPr/>
        </p:nvSpPr>
        <p:spPr>
          <a:xfrm>
            <a:off x="16313420" y="910465"/>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43" name="Group 11"/>
          <p:cNvGrpSpPr/>
          <p:nvPr/>
        </p:nvGrpSpPr>
        <p:grpSpPr>
          <a:xfrm>
            <a:off x="709357" y="2648112"/>
            <a:ext cx="992463" cy="992463"/>
            <a:chOff x="0" y="0"/>
            <a:chExt cx="812800" cy="812800"/>
          </a:xfrm>
        </p:grpSpPr>
        <p:sp>
          <p:nvSpPr>
            <p:cNvPr id="1048617" name="Freeform 12"/>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618" name="TextBox 13"/>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2</a:t>
              </a:r>
            </a:p>
          </p:txBody>
        </p:sp>
      </p:grpSp>
      <p:grpSp>
        <p:nvGrpSpPr>
          <p:cNvPr id="44" name="Group 14"/>
          <p:cNvGrpSpPr/>
          <p:nvPr/>
        </p:nvGrpSpPr>
        <p:grpSpPr>
          <a:xfrm>
            <a:off x="951509" y="4428296"/>
            <a:ext cx="508158" cy="543805"/>
            <a:chOff x="0" y="0"/>
            <a:chExt cx="812800" cy="869819"/>
          </a:xfrm>
        </p:grpSpPr>
        <p:sp>
          <p:nvSpPr>
            <p:cNvPr id="1048619" name="Freeform 15"/>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20" name="TextBox 16"/>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45" name="Group 17"/>
          <p:cNvGrpSpPr/>
          <p:nvPr/>
        </p:nvGrpSpPr>
        <p:grpSpPr>
          <a:xfrm>
            <a:off x="951509" y="1982349"/>
            <a:ext cx="508158" cy="543805"/>
            <a:chOff x="0" y="0"/>
            <a:chExt cx="812800" cy="869819"/>
          </a:xfrm>
        </p:grpSpPr>
        <p:sp>
          <p:nvSpPr>
            <p:cNvPr id="1048621" name="Freeform 1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22" name="TextBox 1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46" name="Group 20"/>
          <p:cNvGrpSpPr/>
          <p:nvPr/>
        </p:nvGrpSpPr>
        <p:grpSpPr>
          <a:xfrm>
            <a:off x="951509" y="5094059"/>
            <a:ext cx="508158" cy="543805"/>
            <a:chOff x="0" y="0"/>
            <a:chExt cx="812800" cy="869819"/>
          </a:xfrm>
        </p:grpSpPr>
        <p:sp>
          <p:nvSpPr>
            <p:cNvPr id="1048623" name="Freeform 2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24" name="TextBox 2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47" name="Group 23"/>
          <p:cNvGrpSpPr/>
          <p:nvPr/>
        </p:nvGrpSpPr>
        <p:grpSpPr>
          <a:xfrm>
            <a:off x="951509" y="3762533"/>
            <a:ext cx="508158" cy="543805"/>
            <a:chOff x="0" y="0"/>
            <a:chExt cx="812800" cy="869819"/>
          </a:xfrm>
        </p:grpSpPr>
        <p:sp>
          <p:nvSpPr>
            <p:cNvPr id="1048625" name="Freeform 2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26" name="TextBox 2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48" name="Group 26"/>
          <p:cNvGrpSpPr/>
          <p:nvPr/>
        </p:nvGrpSpPr>
        <p:grpSpPr>
          <a:xfrm>
            <a:off x="951509" y="6425585"/>
            <a:ext cx="508158" cy="543805"/>
            <a:chOff x="0" y="0"/>
            <a:chExt cx="812800" cy="869819"/>
          </a:xfrm>
        </p:grpSpPr>
        <p:sp>
          <p:nvSpPr>
            <p:cNvPr id="1048627" name="Freeform 2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28" name="TextBox 2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49" name="Group 29"/>
          <p:cNvGrpSpPr/>
          <p:nvPr/>
        </p:nvGrpSpPr>
        <p:grpSpPr>
          <a:xfrm>
            <a:off x="951509" y="5759822"/>
            <a:ext cx="508158" cy="543805"/>
            <a:chOff x="0" y="0"/>
            <a:chExt cx="812800" cy="869819"/>
          </a:xfrm>
        </p:grpSpPr>
        <p:sp>
          <p:nvSpPr>
            <p:cNvPr id="1048629" name="Freeform 3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30" name="TextBox 3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50" name="Group 36"/>
          <p:cNvGrpSpPr/>
          <p:nvPr/>
        </p:nvGrpSpPr>
        <p:grpSpPr>
          <a:xfrm>
            <a:off x="951509" y="7093216"/>
            <a:ext cx="508158" cy="543805"/>
            <a:chOff x="0" y="0"/>
            <a:chExt cx="812800" cy="869819"/>
          </a:xfrm>
        </p:grpSpPr>
        <p:sp>
          <p:nvSpPr>
            <p:cNvPr id="1048631" name="Freeform 3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32" name="TextBox 3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grpSp>
        <p:nvGrpSpPr>
          <p:cNvPr id="51" name="Group 39"/>
          <p:cNvGrpSpPr/>
          <p:nvPr/>
        </p:nvGrpSpPr>
        <p:grpSpPr>
          <a:xfrm>
            <a:off x="951509" y="7760846"/>
            <a:ext cx="508158" cy="543805"/>
            <a:chOff x="0" y="0"/>
            <a:chExt cx="812800" cy="869819"/>
          </a:xfrm>
        </p:grpSpPr>
        <p:sp>
          <p:nvSpPr>
            <p:cNvPr id="1048633" name="Freeform 4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34" name="TextBox 4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635" name="TextBox 46"/>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PROBLEM STATEMENT</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636" name="TextBox 47"/>
          <p:cNvSpPr txBox="1"/>
          <p:nvPr/>
        </p:nvSpPr>
        <p:spPr>
          <a:xfrm>
            <a:off x="2286000" y="1714500"/>
            <a:ext cx="15006125" cy="10988040"/>
          </a:xfrm>
          <a:prstGeom prst="rect"/>
          <a:noFill/>
        </p:spPr>
        <p:txBody>
          <a:bodyPr rtlCol="0" wrap="square">
            <a:spAutoFit/>
          </a:bodyPr>
          <a:p>
            <a:endParaRPr dirty="0" sz="2800" lang="en-US"/>
          </a:p>
          <a:p>
            <a:endParaRPr dirty="0" sz="2800" lang="en-US"/>
          </a:p>
          <a:p>
            <a:endParaRPr dirty="0" sz="2800" lang="en-US"/>
          </a:p>
          <a:p>
            <a:endParaRPr dirty="0" sz="2800" lang="en-US"/>
          </a:p>
          <a:p>
            <a:endParaRPr dirty="0" sz="2800" lang="en-US"/>
          </a:p>
          <a:p>
            <a:pPr algn="just"/>
            <a:r>
              <a:rPr dirty="0" sz="2800" lang="en-US"/>
              <a:t>In many educational institutions and training platforms, quizzes are conducted manually or using basic systems that lack automation. This creates difficulties in managing users, organizing quizzes, evaluating answers, and generating results efficiently. Manual evaluation consumes time and may lead to calculation errors. Generating certificates separately also increases administrative workload. There is a need for a secure, reliable, and fully automated quiz system that can manage users, conduct quizzes, calculate scores instantly, and generate certificates automatically. Such a system improves accuracy, saves time, and enhances overall performance.</a:t>
            </a:r>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52" name=""/>
        <p:cNvGrpSpPr/>
        <p:nvPr/>
      </p:nvGrpSpPr>
      <p:grpSpPr>
        <a:xfrm>
          <a:off x="0" y="0"/>
          <a:ext cx="0" cy="0"/>
          <a:chOff x="0" y="0"/>
          <a:chExt cx="0" cy="0"/>
        </a:xfrm>
      </p:grpSpPr>
      <p:grpSp>
        <p:nvGrpSpPr>
          <p:cNvPr id="53" name="Group 7"/>
          <p:cNvGrpSpPr/>
          <p:nvPr/>
        </p:nvGrpSpPr>
        <p:grpSpPr>
          <a:xfrm>
            <a:off x="709357" y="3315742"/>
            <a:ext cx="992463" cy="992463"/>
            <a:chOff x="0" y="0"/>
            <a:chExt cx="812800" cy="812800"/>
          </a:xfrm>
        </p:grpSpPr>
        <p:sp>
          <p:nvSpPr>
            <p:cNvPr id="1048637" name="Freeform 8"/>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638" name="TextBox 9"/>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3</a:t>
              </a:r>
            </a:p>
          </p:txBody>
        </p:sp>
      </p:grpSp>
      <p:grpSp>
        <p:nvGrpSpPr>
          <p:cNvPr id="54" name="Group 10"/>
          <p:cNvGrpSpPr/>
          <p:nvPr/>
        </p:nvGrpSpPr>
        <p:grpSpPr>
          <a:xfrm>
            <a:off x="951509" y="4428296"/>
            <a:ext cx="508158" cy="543805"/>
            <a:chOff x="0" y="0"/>
            <a:chExt cx="812800" cy="869819"/>
          </a:xfrm>
        </p:grpSpPr>
        <p:sp>
          <p:nvSpPr>
            <p:cNvPr id="1048639" name="Freeform 1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40" name="TextBox 1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55" name="Group 13"/>
          <p:cNvGrpSpPr/>
          <p:nvPr/>
        </p:nvGrpSpPr>
        <p:grpSpPr>
          <a:xfrm>
            <a:off x="951509" y="1982349"/>
            <a:ext cx="508158" cy="543805"/>
            <a:chOff x="0" y="0"/>
            <a:chExt cx="812800" cy="869819"/>
          </a:xfrm>
        </p:grpSpPr>
        <p:sp>
          <p:nvSpPr>
            <p:cNvPr id="1048641" name="Freeform 1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42" name="TextBox 1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56" name="Group 16"/>
          <p:cNvGrpSpPr/>
          <p:nvPr/>
        </p:nvGrpSpPr>
        <p:grpSpPr>
          <a:xfrm>
            <a:off x="951509" y="5094059"/>
            <a:ext cx="508158" cy="543805"/>
            <a:chOff x="0" y="0"/>
            <a:chExt cx="812800" cy="869819"/>
          </a:xfrm>
        </p:grpSpPr>
        <p:sp>
          <p:nvSpPr>
            <p:cNvPr id="1048643" name="Freeform 1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44" name="TextBox 1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57" name="Group 19"/>
          <p:cNvGrpSpPr/>
          <p:nvPr/>
        </p:nvGrpSpPr>
        <p:grpSpPr>
          <a:xfrm>
            <a:off x="951509" y="2648112"/>
            <a:ext cx="508158" cy="543805"/>
            <a:chOff x="0" y="0"/>
            <a:chExt cx="812800" cy="869819"/>
          </a:xfrm>
        </p:grpSpPr>
        <p:sp>
          <p:nvSpPr>
            <p:cNvPr id="1048645" name="Freeform 2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46" name="TextBox 2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58" name="Group 22"/>
          <p:cNvGrpSpPr/>
          <p:nvPr/>
        </p:nvGrpSpPr>
        <p:grpSpPr>
          <a:xfrm>
            <a:off x="951509" y="6425585"/>
            <a:ext cx="508158" cy="543805"/>
            <a:chOff x="0" y="0"/>
            <a:chExt cx="812800" cy="869819"/>
          </a:xfrm>
        </p:grpSpPr>
        <p:sp>
          <p:nvSpPr>
            <p:cNvPr id="1048647"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48"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59" name="Group 25"/>
          <p:cNvGrpSpPr/>
          <p:nvPr/>
        </p:nvGrpSpPr>
        <p:grpSpPr>
          <a:xfrm>
            <a:off x="951509" y="5759822"/>
            <a:ext cx="508158" cy="543805"/>
            <a:chOff x="0" y="0"/>
            <a:chExt cx="812800" cy="869819"/>
          </a:xfrm>
        </p:grpSpPr>
        <p:sp>
          <p:nvSpPr>
            <p:cNvPr id="1048649"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50"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60" name="Group 41"/>
          <p:cNvGrpSpPr/>
          <p:nvPr/>
        </p:nvGrpSpPr>
        <p:grpSpPr>
          <a:xfrm>
            <a:off x="951509" y="7093216"/>
            <a:ext cx="508158" cy="543805"/>
            <a:chOff x="0" y="0"/>
            <a:chExt cx="812800" cy="869819"/>
          </a:xfrm>
        </p:grpSpPr>
        <p:sp>
          <p:nvSpPr>
            <p:cNvPr id="1048651" name="Freeform 4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52" name="TextBox 4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grpSp>
        <p:nvGrpSpPr>
          <p:cNvPr id="61" name="Group 44"/>
          <p:cNvGrpSpPr/>
          <p:nvPr/>
        </p:nvGrpSpPr>
        <p:grpSpPr>
          <a:xfrm>
            <a:off x="951509" y="7760846"/>
            <a:ext cx="508158" cy="543805"/>
            <a:chOff x="0" y="0"/>
            <a:chExt cx="812800" cy="869819"/>
          </a:xfrm>
        </p:grpSpPr>
        <p:sp>
          <p:nvSpPr>
            <p:cNvPr id="1048653" name="Freeform 45"/>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54" name="TextBox 46"/>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655" name="TextBox 49"/>
          <p:cNvSpPr txBox="1"/>
          <p:nvPr/>
        </p:nvSpPr>
        <p:spPr>
          <a:xfrm>
            <a:off x="76200" y="436947"/>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OBJECTIVES</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656" name="Freeform 10"/>
          <p:cNvSpPr/>
          <p:nvPr/>
        </p:nvSpPr>
        <p:spPr>
          <a:xfrm>
            <a:off x="16313420" y="910465"/>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sp>
        <p:nvSpPr>
          <p:cNvPr id="1048657" name="TextBox 51"/>
          <p:cNvSpPr txBox="1"/>
          <p:nvPr/>
        </p:nvSpPr>
        <p:spPr>
          <a:xfrm>
            <a:off x="2209800" y="1638300"/>
            <a:ext cx="15082325" cy="6797040"/>
          </a:xfrm>
          <a:prstGeom prst="rect"/>
          <a:noFill/>
        </p:spPr>
        <p:txBody>
          <a:bodyPr rtlCol="0" wrap="square">
            <a:spAutoFit/>
          </a:bodyPr>
          <a:p>
            <a:pPr indent="-457200" marL="457200">
              <a:buFontTx/>
              <a:buChar char="-"/>
            </a:pPr>
            <a:endParaRPr dirty="0" sz="2800" lang="en-US"/>
          </a:p>
          <a:p>
            <a:pPr algn="just"/>
            <a:r>
              <a:rPr dirty="0" sz="2800" lang="en-US"/>
              <a:t> </a:t>
            </a:r>
          </a:p>
          <a:p>
            <a:pPr algn="just"/>
            <a:endParaRPr dirty="0" sz="2800" lang="en-US"/>
          </a:p>
          <a:p>
            <a:pPr algn="just"/>
            <a:endParaRPr dirty="0" sz="2800" lang="en-US"/>
          </a:p>
          <a:p>
            <a:pPr algn="just"/>
            <a:endParaRPr dirty="0" sz="2800" lang="en-US"/>
          </a:p>
          <a:p>
            <a:pPr algn="just"/>
            <a:r>
              <a:rPr dirty="0" sz="2800" lang="en-US"/>
              <a:t>1.To design and develop a web-based Automated Quiz Engine with secure user authentication and quiz management features.</a:t>
            </a:r>
          </a:p>
          <a:p>
            <a:pPr algn="just"/>
            <a:endParaRPr dirty="0" sz="2800" lang="en-US"/>
          </a:p>
          <a:p>
            <a:pPr algn="just"/>
            <a:r>
              <a:rPr dirty="0" sz="2800" lang="en-US"/>
              <a:t>2. To implement automatic quiz evaluation and PDF certificate generation with accurate score calculation.</a:t>
            </a:r>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62" name=""/>
        <p:cNvGrpSpPr/>
        <p:nvPr/>
      </p:nvGrpSpPr>
      <p:grpSpPr>
        <a:xfrm>
          <a:off x="0" y="0"/>
          <a:ext cx="0" cy="0"/>
          <a:chOff x="0" y="0"/>
          <a:chExt cx="0" cy="0"/>
        </a:xfrm>
      </p:grpSpPr>
      <p:grpSp>
        <p:nvGrpSpPr>
          <p:cNvPr id="63" name="Group 13"/>
          <p:cNvGrpSpPr/>
          <p:nvPr/>
        </p:nvGrpSpPr>
        <p:grpSpPr>
          <a:xfrm>
            <a:off x="709357" y="3983373"/>
            <a:ext cx="992463" cy="992463"/>
            <a:chOff x="0" y="0"/>
            <a:chExt cx="812800" cy="812800"/>
          </a:xfrm>
        </p:grpSpPr>
        <p:sp>
          <p:nvSpPr>
            <p:cNvPr id="1048658" name="Freeform 14"/>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659" name="TextBox 15"/>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4</a:t>
              </a:r>
            </a:p>
          </p:txBody>
        </p:sp>
      </p:grpSp>
      <p:grpSp>
        <p:nvGrpSpPr>
          <p:cNvPr id="64" name="Group 16"/>
          <p:cNvGrpSpPr/>
          <p:nvPr/>
        </p:nvGrpSpPr>
        <p:grpSpPr>
          <a:xfrm>
            <a:off x="951509" y="3315742"/>
            <a:ext cx="508158" cy="543805"/>
            <a:chOff x="0" y="0"/>
            <a:chExt cx="812800" cy="869819"/>
          </a:xfrm>
        </p:grpSpPr>
        <p:sp>
          <p:nvSpPr>
            <p:cNvPr id="1048660" name="Freeform 1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61" name="TextBox 1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65" name="Group 19"/>
          <p:cNvGrpSpPr/>
          <p:nvPr/>
        </p:nvGrpSpPr>
        <p:grpSpPr>
          <a:xfrm>
            <a:off x="951509" y="1982349"/>
            <a:ext cx="508158" cy="543805"/>
            <a:chOff x="0" y="0"/>
            <a:chExt cx="812800" cy="869819"/>
          </a:xfrm>
        </p:grpSpPr>
        <p:sp>
          <p:nvSpPr>
            <p:cNvPr id="1048662" name="Freeform 2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63" name="TextBox 2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66" name="Group 22"/>
          <p:cNvGrpSpPr/>
          <p:nvPr/>
        </p:nvGrpSpPr>
        <p:grpSpPr>
          <a:xfrm>
            <a:off x="951509" y="5094059"/>
            <a:ext cx="508158" cy="543805"/>
            <a:chOff x="0" y="0"/>
            <a:chExt cx="812800" cy="869819"/>
          </a:xfrm>
        </p:grpSpPr>
        <p:sp>
          <p:nvSpPr>
            <p:cNvPr id="1048664"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65"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67" name="Group 25"/>
          <p:cNvGrpSpPr/>
          <p:nvPr/>
        </p:nvGrpSpPr>
        <p:grpSpPr>
          <a:xfrm>
            <a:off x="951509" y="2648112"/>
            <a:ext cx="508158" cy="543805"/>
            <a:chOff x="0" y="0"/>
            <a:chExt cx="812800" cy="869819"/>
          </a:xfrm>
        </p:grpSpPr>
        <p:sp>
          <p:nvSpPr>
            <p:cNvPr id="1048666"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67"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68" name="Group 28"/>
          <p:cNvGrpSpPr/>
          <p:nvPr/>
        </p:nvGrpSpPr>
        <p:grpSpPr>
          <a:xfrm>
            <a:off x="951509" y="6425585"/>
            <a:ext cx="508158" cy="543805"/>
            <a:chOff x="0" y="0"/>
            <a:chExt cx="812800" cy="869819"/>
          </a:xfrm>
        </p:grpSpPr>
        <p:sp>
          <p:nvSpPr>
            <p:cNvPr id="1048668" name="Freeform 2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69" name="TextBox 3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69" name="Group 31"/>
          <p:cNvGrpSpPr/>
          <p:nvPr/>
        </p:nvGrpSpPr>
        <p:grpSpPr>
          <a:xfrm>
            <a:off x="951509" y="5759822"/>
            <a:ext cx="508158" cy="543805"/>
            <a:chOff x="0" y="0"/>
            <a:chExt cx="812800" cy="869819"/>
          </a:xfrm>
        </p:grpSpPr>
        <p:sp>
          <p:nvSpPr>
            <p:cNvPr id="1048670" name="Freeform 3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71" name="TextBox 3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70" name="Group 34"/>
          <p:cNvGrpSpPr/>
          <p:nvPr/>
        </p:nvGrpSpPr>
        <p:grpSpPr>
          <a:xfrm>
            <a:off x="951509" y="7093216"/>
            <a:ext cx="508158" cy="543805"/>
            <a:chOff x="0" y="0"/>
            <a:chExt cx="812800" cy="869819"/>
          </a:xfrm>
        </p:grpSpPr>
        <p:sp>
          <p:nvSpPr>
            <p:cNvPr id="1048672" name="Freeform 35"/>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73" name="TextBox 36"/>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grpSp>
        <p:nvGrpSpPr>
          <p:cNvPr id="71" name="Group 37"/>
          <p:cNvGrpSpPr/>
          <p:nvPr/>
        </p:nvGrpSpPr>
        <p:grpSpPr>
          <a:xfrm>
            <a:off x="951509" y="7760846"/>
            <a:ext cx="508158" cy="543805"/>
            <a:chOff x="0" y="0"/>
            <a:chExt cx="812800" cy="869819"/>
          </a:xfrm>
        </p:grpSpPr>
        <p:sp>
          <p:nvSpPr>
            <p:cNvPr id="1048674" name="Freeform 3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75" name="TextBox 3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676" name="Freeform 10"/>
          <p:cNvSpPr/>
          <p:nvPr/>
        </p:nvSpPr>
        <p:spPr>
          <a:xfrm>
            <a:off x="16313420" y="910465"/>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sp>
        <p:nvSpPr>
          <p:cNvPr id="1048677" name="TextBox 45"/>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PROPOSED SYSTEM</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678" name="TextBox 47"/>
          <p:cNvSpPr txBox="1"/>
          <p:nvPr/>
        </p:nvSpPr>
        <p:spPr>
          <a:xfrm>
            <a:off x="1570676" y="1501974"/>
            <a:ext cx="16292949" cy="11407140"/>
          </a:xfrm>
          <a:prstGeom prst="rect"/>
          <a:noFill/>
        </p:spPr>
        <p:txBody>
          <a:bodyPr rtlCol="0" wrap="square">
            <a:spAutoFit/>
          </a:bodyPr>
          <a:p>
            <a:pPr lvl="1"/>
            <a:r>
              <a:rPr dirty="0" sz="2800" lang="en-US"/>
              <a:t>1.The proposed system is a web-based Automated Quiz Engine that manages users, quizzes, evaluation, and certificate generation in one platform</a:t>
            </a:r>
          </a:p>
          <a:p>
            <a:pPr lvl="1"/>
            <a:endParaRPr dirty="0" sz="2800" lang="en-US"/>
          </a:p>
          <a:p>
            <a:r>
              <a:rPr dirty="0" sz="2800" lang="en-US"/>
              <a:t>      2. It allows users to register and attend quizzes easily.</a:t>
            </a:r>
          </a:p>
          <a:p>
            <a:pPr indent="-457200" marL="457200">
              <a:buFontTx/>
              <a:buChar char="-"/>
            </a:pPr>
            <a:endParaRPr dirty="0" sz="2800" lang="en-US"/>
          </a:p>
          <a:p>
            <a:r>
              <a:rPr dirty="0" sz="2800" lang="en-US"/>
              <a:t>      3. Admin can create and manage quizzes and questions.</a:t>
            </a:r>
          </a:p>
          <a:p>
            <a:pPr indent="-457200" marL="457200">
              <a:buFontTx/>
              <a:buChar char="-"/>
            </a:pPr>
            <a:endParaRPr dirty="0" sz="2800" lang="en-US"/>
          </a:p>
          <a:p>
            <a:r>
              <a:rPr dirty="0" sz="2800" lang="en-US"/>
              <a:t>      4. The system checks answers and calculates marks automatically.</a:t>
            </a:r>
          </a:p>
          <a:p>
            <a:pPr indent="-457200" marL="457200">
              <a:buFontTx/>
              <a:buChar char="-"/>
            </a:pPr>
            <a:endParaRPr dirty="0" sz="2800" lang="en-US"/>
          </a:p>
          <a:p>
            <a:r>
              <a:rPr dirty="0" sz="2800" lang="en-US"/>
              <a:t>      5. It generates certificates for students who pass the quiz.</a:t>
            </a:r>
          </a:p>
          <a:p>
            <a:pPr indent="-457200" marL="457200">
              <a:buFontTx/>
              <a:buChar char="-"/>
            </a:pPr>
            <a:endParaRPr dirty="0" sz="2800" lang="en-US"/>
          </a:p>
          <a:p>
            <a:r>
              <a:rPr dirty="0" sz="2800" lang="en-US"/>
              <a:t>      6. It reduces manual work and saves time.</a:t>
            </a:r>
          </a:p>
          <a:p>
            <a:pPr indent="-457200" marL="457200">
              <a:buFontTx/>
              <a:buChar char="-"/>
            </a:pPr>
            <a:endParaRPr dirty="0" sz="2800" lang="en-US"/>
          </a:p>
          <a:p>
            <a:r>
              <a:rPr dirty="0" sz="2800" lang="en-US"/>
              <a:t>      7. It avoids mistakes in result calculation.</a:t>
            </a:r>
          </a:p>
          <a:p>
            <a:pPr indent="-457200" marL="457200">
              <a:buFontTx/>
              <a:buChar char="-"/>
            </a:pPr>
            <a:endParaRPr dirty="0" sz="2800" lang="en-US"/>
          </a:p>
          <a:p>
            <a:r>
              <a:rPr dirty="0" sz="2800" lang="en-US"/>
              <a:t>      8. It is faster and more efficient than manual systems.</a:t>
            </a:r>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72" name=""/>
        <p:cNvGrpSpPr/>
        <p:nvPr/>
      </p:nvGrpSpPr>
      <p:grpSpPr>
        <a:xfrm>
          <a:off x="0" y="0"/>
          <a:ext cx="0" cy="0"/>
          <a:chOff x="0" y="0"/>
          <a:chExt cx="0" cy="0"/>
        </a:xfrm>
      </p:grpSpPr>
      <p:grpSp>
        <p:nvGrpSpPr>
          <p:cNvPr id="73" name="Group 5"/>
          <p:cNvGrpSpPr/>
          <p:nvPr/>
        </p:nvGrpSpPr>
        <p:grpSpPr>
          <a:xfrm>
            <a:off x="709357" y="4655766"/>
            <a:ext cx="992463" cy="992463"/>
            <a:chOff x="0" y="0"/>
            <a:chExt cx="812800" cy="812800"/>
          </a:xfrm>
        </p:grpSpPr>
        <p:sp>
          <p:nvSpPr>
            <p:cNvPr id="1048679" name="Freeform 6"/>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680" name="TextBox 7"/>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5</a:t>
              </a:r>
            </a:p>
          </p:txBody>
        </p:sp>
      </p:grpSp>
      <p:grpSp>
        <p:nvGrpSpPr>
          <p:cNvPr id="74" name="Group 8"/>
          <p:cNvGrpSpPr/>
          <p:nvPr/>
        </p:nvGrpSpPr>
        <p:grpSpPr>
          <a:xfrm>
            <a:off x="951509" y="3320505"/>
            <a:ext cx="508158" cy="543805"/>
            <a:chOff x="0" y="0"/>
            <a:chExt cx="812800" cy="869819"/>
          </a:xfrm>
        </p:grpSpPr>
        <p:sp>
          <p:nvSpPr>
            <p:cNvPr id="1048681" name="Freeform 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82" name="TextBox 1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75" name="Group 11"/>
          <p:cNvGrpSpPr/>
          <p:nvPr/>
        </p:nvGrpSpPr>
        <p:grpSpPr>
          <a:xfrm>
            <a:off x="951509" y="1987111"/>
            <a:ext cx="508158" cy="543805"/>
            <a:chOff x="0" y="0"/>
            <a:chExt cx="812800" cy="869819"/>
          </a:xfrm>
        </p:grpSpPr>
        <p:sp>
          <p:nvSpPr>
            <p:cNvPr id="1048683" name="Freeform 1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84" name="TextBox 1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76" name="Group 14"/>
          <p:cNvGrpSpPr/>
          <p:nvPr/>
        </p:nvGrpSpPr>
        <p:grpSpPr>
          <a:xfrm>
            <a:off x="951509" y="3988135"/>
            <a:ext cx="508158" cy="543805"/>
            <a:chOff x="0" y="0"/>
            <a:chExt cx="812800" cy="869819"/>
          </a:xfrm>
        </p:grpSpPr>
        <p:sp>
          <p:nvSpPr>
            <p:cNvPr id="1048685" name="Freeform 15"/>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86" name="TextBox 16"/>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77" name="Group 17"/>
          <p:cNvGrpSpPr/>
          <p:nvPr/>
        </p:nvGrpSpPr>
        <p:grpSpPr>
          <a:xfrm>
            <a:off x="951509" y="2652874"/>
            <a:ext cx="508158" cy="543805"/>
            <a:chOff x="0" y="0"/>
            <a:chExt cx="812800" cy="869819"/>
          </a:xfrm>
        </p:grpSpPr>
        <p:sp>
          <p:nvSpPr>
            <p:cNvPr id="1048687" name="Freeform 1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88" name="TextBox 1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78" name="Group 20"/>
          <p:cNvGrpSpPr/>
          <p:nvPr/>
        </p:nvGrpSpPr>
        <p:grpSpPr>
          <a:xfrm>
            <a:off x="951509" y="6430348"/>
            <a:ext cx="508158" cy="543805"/>
            <a:chOff x="0" y="0"/>
            <a:chExt cx="812800" cy="869819"/>
          </a:xfrm>
        </p:grpSpPr>
        <p:sp>
          <p:nvSpPr>
            <p:cNvPr id="1048689" name="Freeform 2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90" name="TextBox 2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79" name="Group 23"/>
          <p:cNvGrpSpPr/>
          <p:nvPr/>
        </p:nvGrpSpPr>
        <p:grpSpPr>
          <a:xfrm>
            <a:off x="951509" y="5764584"/>
            <a:ext cx="508158" cy="543805"/>
            <a:chOff x="0" y="0"/>
            <a:chExt cx="812800" cy="869819"/>
          </a:xfrm>
        </p:grpSpPr>
        <p:sp>
          <p:nvSpPr>
            <p:cNvPr id="1048691" name="Freeform 2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92" name="TextBox 2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80" name="Group 26"/>
          <p:cNvGrpSpPr/>
          <p:nvPr/>
        </p:nvGrpSpPr>
        <p:grpSpPr>
          <a:xfrm>
            <a:off x="951509" y="7088453"/>
            <a:ext cx="508158" cy="543805"/>
            <a:chOff x="0" y="0"/>
            <a:chExt cx="812800" cy="869819"/>
          </a:xfrm>
        </p:grpSpPr>
        <p:sp>
          <p:nvSpPr>
            <p:cNvPr id="1048693" name="Freeform 2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94" name="TextBox 2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grpSp>
        <p:nvGrpSpPr>
          <p:cNvPr id="81" name="Group 29"/>
          <p:cNvGrpSpPr/>
          <p:nvPr/>
        </p:nvGrpSpPr>
        <p:grpSpPr>
          <a:xfrm>
            <a:off x="951509" y="7756083"/>
            <a:ext cx="508158" cy="543805"/>
            <a:chOff x="0" y="0"/>
            <a:chExt cx="812800" cy="869819"/>
          </a:xfrm>
        </p:grpSpPr>
        <p:sp>
          <p:nvSpPr>
            <p:cNvPr id="1048695" name="Freeform 3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696" name="TextBox 3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grpSp>
        <p:nvGrpSpPr>
          <p:cNvPr id="82" name="Group 37"/>
          <p:cNvGrpSpPr/>
          <p:nvPr/>
        </p:nvGrpSpPr>
        <p:grpSpPr>
          <a:xfrm>
            <a:off x="11762088" y="-9632634"/>
            <a:ext cx="10994424" cy="10994424"/>
            <a:chOff x="0" y="0"/>
            <a:chExt cx="812800" cy="812800"/>
          </a:xfrm>
        </p:grpSpPr>
        <p:sp>
          <p:nvSpPr>
            <p:cNvPr id="1048697" name="Freeform 38"/>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698" name="TextBox 39"/>
            <p:cNvSpPr txBox="1"/>
            <p:nvPr/>
          </p:nvSpPr>
          <p:spPr>
            <a:xfrm>
              <a:off x="76200" y="47625"/>
              <a:ext cx="660400" cy="688975"/>
            </a:xfrm>
            <a:prstGeom prst="rect"/>
          </p:spPr>
          <p:txBody>
            <a:bodyPr anchor="ctr" bIns="50800" lIns="50800" rIns="50800" rtlCol="0" tIns="50800"/>
            <a:p>
              <a:pPr algn="ctr">
                <a:lnSpc>
                  <a:spcPts val="2659"/>
                </a:lnSpc>
              </a:pPr>
            </a:p>
          </p:txBody>
        </p:sp>
      </p:grpSp>
      <p:sp>
        <p:nvSpPr>
          <p:cNvPr id="1048699" name="Freeform 10"/>
          <p:cNvSpPr/>
          <p:nvPr/>
        </p:nvSpPr>
        <p:spPr>
          <a:xfrm>
            <a:off x="16313420" y="910465"/>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sp>
        <p:nvSpPr>
          <p:cNvPr id="1048700" name="TextBox 41"/>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PROPOSED SYSTEM ARCHITECTURE</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701" name="TextBox 42"/>
          <p:cNvSpPr txBox="1"/>
          <p:nvPr/>
        </p:nvSpPr>
        <p:spPr>
          <a:xfrm>
            <a:off x="2374972" y="2117811"/>
            <a:ext cx="15082325" cy="5120641"/>
          </a:xfrm>
          <a:prstGeom prst="rect"/>
          <a:noFill/>
        </p:spPr>
        <p:txBody>
          <a:bodyPr rtlCol="0" wrap="square">
            <a:spAutoFit/>
          </a:bodyPr>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pic>
        <p:nvPicPr>
          <p:cNvPr id="2097153" name="Picture 2"/>
          <p:cNvPicPr>
            <a:picLocks noChangeAspect="1"/>
          </p:cNvPicPr>
          <p:nvPr/>
        </p:nvPicPr>
        <p:blipFill>
          <a:blip xmlns:r="http://schemas.openxmlformats.org/officeDocument/2006/relationships" r:embed="rId2"/>
          <a:stretch>
            <a:fillRect/>
          </a:stretch>
        </p:blipFill>
        <p:spPr>
          <a:xfrm>
            <a:off x="3015634" y="1923425"/>
            <a:ext cx="12877800" cy="6945181"/>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83" name=""/>
        <p:cNvGrpSpPr/>
        <p:nvPr/>
      </p:nvGrpSpPr>
      <p:grpSpPr>
        <a:xfrm>
          <a:off x="0" y="0"/>
          <a:ext cx="0" cy="0"/>
          <a:chOff x="0" y="0"/>
          <a:chExt cx="0" cy="0"/>
        </a:xfrm>
      </p:grpSpPr>
      <p:grpSp>
        <p:nvGrpSpPr>
          <p:cNvPr id="84" name="Group 14"/>
          <p:cNvGrpSpPr/>
          <p:nvPr/>
        </p:nvGrpSpPr>
        <p:grpSpPr>
          <a:xfrm>
            <a:off x="735588" y="5318634"/>
            <a:ext cx="992463" cy="992463"/>
            <a:chOff x="0" y="0"/>
            <a:chExt cx="812800" cy="812800"/>
          </a:xfrm>
        </p:grpSpPr>
        <p:sp>
          <p:nvSpPr>
            <p:cNvPr id="1048702" name="Freeform 15"/>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703" name="TextBox 16"/>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6</a:t>
              </a:r>
            </a:p>
          </p:txBody>
        </p:sp>
      </p:grpSp>
      <p:grpSp>
        <p:nvGrpSpPr>
          <p:cNvPr id="85" name="Group 17"/>
          <p:cNvGrpSpPr/>
          <p:nvPr/>
        </p:nvGrpSpPr>
        <p:grpSpPr>
          <a:xfrm>
            <a:off x="977741" y="3315742"/>
            <a:ext cx="508158" cy="543805"/>
            <a:chOff x="0" y="0"/>
            <a:chExt cx="812800" cy="869819"/>
          </a:xfrm>
        </p:grpSpPr>
        <p:sp>
          <p:nvSpPr>
            <p:cNvPr id="1048704" name="Freeform 1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05" name="TextBox 1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86" name="Group 20"/>
          <p:cNvGrpSpPr/>
          <p:nvPr/>
        </p:nvGrpSpPr>
        <p:grpSpPr>
          <a:xfrm>
            <a:off x="977741" y="1982349"/>
            <a:ext cx="508158" cy="543805"/>
            <a:chOff x="0" y="0"/>
            <a:chExt cx="812800" cy="869819"/>
          </a:xfrm>
        </p:grpSpPr>
        <p:sp>
          <p:nvSpPr>
            <p:cNvPr id="1048706" name="Freeform 2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07" name="TextBox 2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87" name="Group 23"/>
          <p:cNvGrpSpPr/>
          <p:nvPr/>
        </p:nvGrpSpPr>
        <p:grpSpPr>
          <a:xfrm>
            <a:off x="977741" y="3983373"/>
            <a:ext cx="508158" cy="543805"/>
            <a:chOff x="0" y="0"/>
            <a:chExt cx="812800" cy="869819"/>
          </a:xfrm>
        </p:grpSpPr>
        <p:sp>
          <p:nvSpPr>
            <p:cNvPr id="1048708" name="Freeform 2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09" name="TextBox 2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88" name="Group 26"/>
          <p:cNvGrpSpPr/>
          <p:nvPr/>
        </p:nvGrpSpPr>
        <p:grpSpPr>
          <a:xfrm>
            <a:off x="977741" y="2648112"/>
            <a:ext cx="508158" cy="543805"/>
            <a:chOff x="0" y="0"/>
            <a:chExt cx="812800" cy="869819"/>
          </a:xfrm>
        </p:grpSpPr>
        <p:sp>
          <p:nvSpPr>
            <p:cNvPr id="1048710" name="Freeform 2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11" name="TextBox 2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89" name="Group 29"/>
          <p:cNvGrpSpPr/>
          <p:nvPr/>
        </p:nvGrpSpPr>
        <p:grpSpPr>
          <a:xfrm>
            <a:off x="977741" y="6425585"/>
            <a:ext cx="508158" cy="543805"/>
            <a:chOff x="0" y="0"/>
            <a:chExt cx="812800" cy="869819"/>
          </a:xfrm>
        </p:grpSpPr>
        <p:sp>
          <p:nvSpPr>
            <p:cNvPr id="1048712" name="Freeform 3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13" name="TextBox 3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90" name="Group 32"/>
          <p:cNvGrpSpPr/>
          <p:nvPr/>
        </p:nvGrpSpPr>
        <p:grpSpPr>
          <a:xfrm>
            <a:off x="977741" y="4651003"/>
            <a:ext cx="508158" cy="543805"/>
            <a:chOff x="0" y="0"/>
            <a:chExt cx="812800" cy="869819"/>
          </a:xfrm>
        </p:grpSpPr>
        <p:sp>
          <p:nvSpPr>
            <p:cNvPr id="1048714" name="Freeform 3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15" name="TextBox 3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91" name="Group 37"/>
          <p:cNvGrpSpPr/>
          <p:nvPr/>
        </p:nvGrpSpPr>
        <p:grpSpPr>
          <a:xfrm>
            <a:off x="977741" y="7093216"/>
            <a:ext cx="508158" cy="543805"/>
            <a:chOff x="0" y="0"/>
            <a:chExt cx="812800" cy="869819"/>
          </a:xfrm>
        </p:grpSpPr>
        <p:sp>
          <p:nvSpPr>
            <p:cNvPr id="1048716" name="Freeform 3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17" name="TextBox 3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grpSp>
        <p:nvGrpSpPr>
          <p:cNvPr id="92" name="Group 40"/>
          <p:cNvGrpSpPr/>
          <p:nvPr/>
        </p:nvGrpSpPr>
        <p:grpSpPr>
          <a:xfrm>
            <a:off x="977741" y="7760846"/>
            <a:ext cx="508158" cy="543805"/>
            <a:chOff x="0" y="0"/>
            <a:chExt cx="812800" cy="869819"/>
          </a:xfrm>
        </p:grpSpPr>
        <p:sp>
          <p:nvSpPr>
            <p:cNvPr id="1048718" name="Freeform 4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19" name="TextBox 4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720" name="Freeform 10"/>
          <p:cNvSpPr/>
          <p:nvPr/>
        </p:nvSpPr>
        <p:spPr>
          <a:xfrm>
            <a:off x="16313420" y="910465"/>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sp>
        <p:nvSpPr>
          <p:cNvPr id="1048721" name="TextBox 46"/>
          <p:cNvSpPr txBox="1"/>
          <p:nvPr/>
        </p:nvSpPr>
        <p:spPr>
          <a:xfrm>
            <a:off x="190500" y="315938"/>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WORKFLOW</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722" name="TextBox 49"/>
          <p:cNvSpPr txBox="1"/>
          <p:nvPr/>
        </p:nvSpPr>
        <p:spPr>
          <a:xfrm>
            <a:off x="2209800" y="1638300"/>
            <a:ext cx="15082325" cy="4701541"/>
          </a:xfrm>
          <a:prstGeom prst="rect"/>
          <a:noFill/>
        </p:spPr>
        <p:txBody>
          <a:bodyPr rtlCol="0" wrap="square">
            <a:spAutoFit/>
          </a:bodyPr>
          <a:p>
            <a:r>
              <a:rPr dirty="0" sz="2800" lang="en-US"/>
              <a:t>(Add dataflow diagram)</a:t>
            </a:r>
          </a:p>
          <a:p>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pic>
        <p:nvPicPr>
          <p:cNvPr id="2097154" name="Picture 2"/>
          <p:cNvPicPr>
            <a:picLocks noChangeAspect="1"/>
          </p:cNvPicPr>
          <p:nvPr/>
        </p:nvPicPr>
        <p:blipFill>
          <a:blip xmlns:r="http://schemas.openxmlformats.org/officeDocument/2006/relationships" r:embed="rId2"/>
          <a:stretch>
            <a:fillRect/>
          </a:stretch>
        </p:blipFill>
        <p:spPr>
          <a:xfrm>
            <a:off x="2209801" y="1428231"/>
            <a:ext cx="14103620" cy="7430537"/>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93" name=""/>
        <p:cNvGrpSpPr/>
        <p:nvPr/>
      </p:nvGrpSpPr>
      <p:grpSpPr>
        <a:xfrm>
          <a:off x="0" y="0"/>
          <a:ext cx="0" cy="0"/>
          <a:chOff x="0" y="0"/>
          <a:chExt cx="0" cy="0"/>
        </a:xfrm>
      </p:grpSpPr>
      <p:grpSp>
        <p:nvGrpSpPr>
          <p:cNvPr id="94" name="Group 19"/>
          <p:cNvGrpSpPr/>
          <p:nvPr/>
        </p:nvGrpSpPr>
        <p:grpSpPr>
          <a:xfrm>
            <a:off x="735588" y="5976927"/>
            <a:ext cx="992463" cy="992463"/>
            <a:chOff x="0" y="0"/>
            <a:chExt cx="812800" cy="812800"/>
          </a:xfrm>
        </p:grpSpPr>
        <p:sp>
          <p:nvSpPr>
            <p:cNvPr id="1048723" name="Freeform 20"/>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724" name="TextBox 21"/>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7</a:t>
              </a:r>
            </a:p>
          </p:txBody>
        </p:sp>
      </p:grpSp>
      <p:grpSp>
        <p:nvGrpSpPr>
          <p:cNvPr id="95" name="Group 22"/>
          <p:cNvGrpSpPr/>
          <p:nvPr/>
        </p:nvGrpSpPr>
        <p:grpSpPr>
          <a:xfrm>
            <a:off x="977741" y="3315742"/>
            <a:ext cx="508158" cy="543805"/>
            <a:chOff x="0" y="0"/>
            <a:chExt cx="812800" cy="869819"/>
          </a:xfrm>
        </p:grpSpPr>
        <p:sp>
          <p:nvSpPr>
            <p:cNvPr id="1048725"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26"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96" name="Group 25"/>
          <p:cNvGrpSpPr/>
          <p:nvPr/>
        </p:nvGrpSpPr>
        <p:grpSpPr>
          <a:xfrm>
            <a:off x="977741" y="1982349"/>
            <a:ext cx="508158" cy="543805"/>
            <a:chOff x="0" y="0"/>
            <a:chExt cx="812800" cy="869819"/>
          </a:xfrm>
        </p:grpSpPr>
        <p:sp>
          <p:nvSpPr>
            <p:cNvPr id="1048727"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28"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97" name="Group 28"/>
          <p:cNvGrpSpPr/>
          <p:nvPr/>
        </p:nvGrpSpPr>
        <p:grpSpPr>
          <a:xfrm>
            <a:off x="977741" y="3983373"/>
            <a:ext cx="508158" cy="543805"/>
            <a:chOff x="0" y="0"/>
            <a:chExt cx="812800" cy="869819"/>
          </a:xfrm>
        </p:grpSpPr>
        <p:sp>
          <p:nvSpPr>
            <p:cNvPr id="1048729" name="Freeform 2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30" name="TextBox 3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98" name="Group 31"/>
          <p:cNvGrpSpPr/>
          <p:nvPr/>
        </p:nvGrpSpPr>
        <p:grpSpPr>
          <a:xfrm>
            <a:off x="977741" y="2648112"/>
            <a:ext cx="508158" cy="543805"/>
            <a:chOff x="0" y="0"/>
            <a:chExt cx="812800" cy="869819"/>
          </a:xfrm>
        </p:grpSpPr>
        <p:sp>
          <p:nvSpPr>
            <p:cNvPr id="1048731" name="Freeform 3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32" name="TextBox 3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99" name="Group 34"/>
          <p:cNvGrpSpPr/>
          <p:nvPr/>
        </p:nvGrpSpPr>
        <p:grpSpPr>
          <a:xfrm>
            <a:off x="977741" y="5318634"/>
            <a:ext cx="508158" cy="543805"/>
            <a:chOff x="0" y="0"/>
            <a:chExt cx="812800" cy="869819"/>
          </a:xfrm>
        </p:grpSpPr>
        <p:sp>
          <p:nvSpPr>
            <p:cNvPr id="1048733" name="Freeform 35"/>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34" name="TextBox 36"/>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100" name="Group 37"/>
          <p:cNvGrpSpPr/>
          <p:nvPr/>
        </p:nvGrpSpPr>
        <p:grpSpPr>
          <a:xfrm>
            <a:off x="977741" y="4651003"/>
            <a:ext cx="508158" cy="543805"/>
            <a:chOff x="0" y="0"/>
            <a:chExt cx="812800" cy="869819"/>
          </a:xfrm>
        </p:grpSpPr>
        <p:sp>
          <p:nvSpPr>
            <p:cNvPr id="1048735" name="Freeform 3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36" name="TextBox 3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101" name="Group 40"/>
          <p:cNvGrpSpPr/>
          <p:nvPr/>
        </p:nvGrpSpPr>
        <p:grpSpPr>
          <a:xfrm>
            <a:off x="977741" y="7093216"/>
            <a:ext cx="508158" cy="543805"/>
            <a:chOff x="0" y="0"/>
            <a:chExt cx="812800" cy="869819"/>
          </a:xfrm>
        </p:grpSpPr>
        <p:sp>
          <p:nvSpPr>
            <p:cNvPr id="1048737" name="Freeform 4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38" name="TextBox 4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grpSp>
        <p:nvGrpSpPr>
          <p:cNvPr id="102" name="Group 43"/>
          <p:cNvGrpSpPr/>
          <p:nvPr/>
        </p:nvGrpSpPr>
        <p:grpSpPr>
          <a:xfrm>
            <a:off x="977741" y="7760846"/>
            <a:ext cx="508158" cy="543805"/>
            <a:chOff x="0" y="0"/>
            <a:chExt cx="812800" cy="869819"/>
          </a:xfrm>
        </p:grpSpPr>
        <p:sp>
          <p:nvSpPr>
            <p:cNvPr id="1048739" name="Freeform 4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40" name="TextBox 4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741" name="Freeform 10"/>
          <p:cNvSpPr/>
          <p:nvPr/>
        </p:nvSpPr>
        <p:spPr>
          <a:xfrm>
            <a:off x="16313420" y="910465"/>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sp>
        <p:nvSpPr>
          <p:cNvPr id="1048742" name="TextBox 46"/>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TECHNOLOGIES USED</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743" name="TextBox 47"/>
          <p:cNvSpPr txBox="1"/>
          <p:nvPr/>
        </p:nvSpPr>
        <p:spPr>
          <a:xfrm>
            <a:off x="2209800" y="1638300"/>
            <a:ext cx="15082325" cy="13502639"/>
          </a:xfrm>
          <a:prstGeom prst="rect"/>
          <a:noFill/>
        </p:spPr>
        <p:txBody>
          <a:bodyPr rtlCol="0" wrap="square">
            <a:spAutoFit/>
          </a:bodyPr>
          <a:p>
            <a:r>
              <a:rPr dirty="0" sz="2800" lang="en-US">
                <a:solidFill>
                  <a:srgbClr val="0033CC"/>
                </a:solidFill>
              </a:rPr>
              <a:t>Frontend:</a:t>
            </a:r>
          </a:p>
          <a:p>
            <a:endParaRPr dirty="0" sz="2800" lang="en-US">
              <a:solidFill>
                <a:srgbClr val="0033CC"/>
              </a:solidFill>
            </a:endParaRPr>
          </a:p>
          <a:p>
            <a:r>
              <a:rPr dirty="0" sz="2800" lang="en-US"/>
              <a:t>1.HTML5</a:t>
            </a:r>
          </a:p>
          <a:p>
            <a:r>
              <a:rPr dirty="0" sz="2800" lang="en-US"/>
              <a:t>2.CSS3</a:t>
            </a:r>
          </a:p>
          <a:p>
            <a:r>
              <a:rPr dirty="0" sz="2800" lang="en-US"/>
              <a:t>3.Javascript</a:t>
            </a:r>
          </a:p>
          <a:p>
            <a:endParaRPr dirty="0" sz="2800" lang="en-US"/>
          </a:p>
          <a:p>
            <a:r>
              <a:rPr dirty="0" sz="2800" lang="en-US">
                <a:solidFill>
                  <a:srgbClr val="0033CC"/>
                </a:solidFill>
              </a:rPr>
              <a:t>Backend:</a:t>
            </a:r>
          </a:p>
          <a:p>
            <a:endParaRPr dirty="0" sz="2800" lang="en-US">
              <a:solidFill>
                <a:srgbClr val="0033CC"/>
              </a:solidFill>
            </a:endParaRPr>
          </a:p>
          <a:p>
            <a:r>
              <a:rPr dirty="0" sz="2800" lang="en-US"/>
              <a:t>1.Node.js,MySql </a:t>
            </a:r>
            <a:r>
              <a:rPr dirty="0" sz="2800" lang="en-US" err="1"/>
              <a:t>WorkBench</a:t>
            </a:r>
            <a:endParaRPr dirty="0" sz="2800" lang="en-US"/>
          </a:p>
          <a:p>
            <a:endParaRPr dirty="0" sz="2800" lang="en-US"/>
          </a:p>
          <a:p>
            <a:r>
              <a:rPr dirty="0" sz="2800" lang="en-US">
                <a:solidFill>
                  <a:srgbClr val="0033CC"/>
                </a:solidFill>
              </a:rPr>
              <a:t>Tools:</a:t>
            </a:r>
          </a:p>
          <a:p>
            <a:endParaRPr dirty="0" sz="2800" lang="en-US">
              <a:solidFill>
                <a:srgbClr val="0033CC"/>
              </a:solidFill>
            </a:endParaRPr>
          </a:p>
          <a:p>
            <a:r>
              <a:rPr dirty="0" sz="2800" lang="en-US"/>
              <a:t>1.Visual Studio Code</a:t>
            </a:r>
          </a:p>
          <a:p>
            <a:endParaRPr dirty="0" sz="2800" lang="en-US"/>
          </a:p>
          <a:p>
            <a:r>
              <a:rPr dirty="0" sz="2800" lang="en-US">
                <a:solidFill>
                  <a:srgbClr val="0033CC"/>
                </a:solidFill>
              </a:rPr>
              <a:t>Software Requirements</a:t>
            </a:r>
            <a:r>
              <a:rPr dirty="0" sz="2800" lang="en-US"/>
              <a:t>:</a:t>
            </a:r>
          </a:p>
          <a:p>
            <a:endParaRPr dirty="0" sz="2800" lang="en-US"/>
          </a:p>
          <a:p>
            <a:r>
              <a:rPr dirty="0" sz="2800" lang="en-US"/>
              <a:t>1. Mac </a:t>
            </a:r>
          </a:p>
          <a:p>
            <a:r>
              <a:rPr dirty="0" sz="2800" lang="en-US"/>
              <a:t>2. Safari</a:t>
            </a:r>
          </a:p>
          <a:p>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03" name=""/>
        <p:cNvGrpSpPr/>
        <p:nvPr/>
      </p:nvGrpSpPr>
      <p:grpSpPr>
        <a:xfrm>
          <a:off x="0" y="0"/>
          <a:ext cx="0" cy="0"/>
          <a:chOff x="0" y="0"/>
          <a:chExt cx="0" cy="0"/>
        </a:xfrm>
      </p:grpSpPr>
      <p:grpSp>
        <p:nvGrpSpPr>
          <p:cNvPr id="104" name="Group 7"/>
          <p:cNvGrpSpPr/>
          <p:nvPr/>
        </p:nvGrpSpPr>
        <p:grpSpPr>
          <a:xfrm>
            <a:off x="735588" y="6653894"/>
            <a:ext cx="992463" cy="992463"/>
            <a:chOff x="0" y="0"/>
            <a:chExt cx="812800" cy="812800"/>
          </a:xfrm>
        </p:grpSpPr>
        <p:sp>
          <p:nvSpPr>
            <p:cNvPr id="1048744" name="Freeform 8"/>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745" name="TextBox 9"/>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8</a:t>
              </a:r>
            </a:p>
          </p:txBody>
        </p:sp>
      </p:grpSp>
      <p:grpSp>
        <p:nvGrpSpPr>
          <p:cNvPr id="105" name="Group 10"/>
          <p:cNvGrpSpPr/>
          <p:nvPr/>
        </p:nvGrpSpPr>
        <p:grpSpPr>
          <a:xfrm>
            <a:off x="977741" y="3315742"/>
            <a:ext cx="508158" cy="543805"/>
            <a:chOff x="0" y="0"/>
            <a:chExt cx="812800" cy="869819"/>
          </a:xfrm>
        </p:grpSpPr>
        <p:sp>
          <p:nvSpPr>
            <p:cNvPr id="1048746" name="Freeform 1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47" name="TextBox 1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106" name="Group 13"/>
          <p:cNvGrpSpPr/>
          <p:nvPr/>
        </p:nvGrpSpPr>
        <p:grpSpPr>
          <a:xfrm>
            <a:off x="977741" y="1982349"/>
            <a:ext cx="508158" cy="543805"/>
            <a:chOff x="0" y="0"/>
            <a:chExt cx="812800" cy="869819"/>
          </a:xfrm>
        </p:grpSpPr>
        <p:sp>
          <p:nvSpPr>
            <p:cNvPr id="1048748" name="Freeform 1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49" name="TextBox 1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107" name="Group 16"/>
          <p:cNvGrpSpPr/>
          <p:nvPr/>
        </p:nvGrpSpPr>
        <p:grpSpPr>
          <a:xfrm>
            <a:off x="977741" y="3983373"/>
            <a:ext cx="508158" cy="543805"/>
            <a:chOff x="0" y="0"/>
            <a:chExt cx="812800" cy="869819"/>
          </a:xfrm>
        </p:grpSpPr>
        <p:sp>
          <p:nvSpPr>
            <p:cNvPr id="1048750" name="Freeform 1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51" name="TextBox 1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108" name="Group 19"/>
          <p:cNvGrpSpPr/>
          <p:nvPr/>
        </p:nvGrpSpPr>
        <p:grpSpPr>
          <a:xfrm>
            <a:off x="977741" y="2648112"/>
            <a:ext cx="508158" cy="543805"/>
            <a:chOff x="0" y="0"/>
            <a:chExt cx="812800" cy="869819"/>
          </a:xfrm>
        </p:grpSpPr>
        <p:sp>
          <p:nvSpPr>
            <p:cNvPr id="1048752" name="Freeform 2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53" name="TextBox 2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109" name="Group 22"/>
          <p:cNvGrpSpPr/>
          <p:nvPr/>
        </p:nvGrpSpPr>
        <p:grpSpPr>
          <a:xfrm>
            <a:off x="977741" y="5318634"/>
            <a:ext cx="508158" cy="543805"/>
            <a:chOff x="0" y="0"/>
            <a:chExt cx="812800" cy="869819"/>
          </a:xfrm>
        </p:grpSpPr>
        <p:sp>
          <p:nvSpPr>
            <p:cNvPr id="1048754"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55"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110" name="Group 25"/>
          <p:cNvGrpSpPr/>
          <p:nvPr/>
        </p:nvGrpSpPr>
        <p:grpSpPr>
          <a:xfrm>
            <a:off x="977741" y="4651003"/>
            <a:ext cx="508158" cy="543805"/>
            <a:chOff x="0" y="0"/>
            <a:chExt cx="812800" cy="869819"/>
          </a:xfrm>
        </p:grpSpPr>
        <p:sp>
          <p:nvSpPr>
            <p:cNvPr id="1048756"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57"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111" name="Group 28"/>
          <p:cNvGrpSpPr/>
          <p:nvPr/>
        </p:nvGrpSpPr>
        <p:grpSpPr>
          <a:xfrm>
            <a:off x="977741" y="5986264"/>
            <a:ext cx="508158" cy="543805"/>
            <a:chOff x="0" y="0"/>
            <a:chExt cx="812800" cy="869819"/>
          </a:xfrm>
        </p:grpSpPr>
        <p:sp>
          <p:nvSpPr>
            <p:cNvPr id="1048758" name="Freeform 2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59" name="TextBox 3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112" name="Group 31"/>
          <p:cNvGrpSpPr/>
          <p:nvPr/>
        </p:nvGrpSpPr>
        <p:grpSpPr>
          <a:xfrm>
            <a:off x="977741" y="7760846"/>
            <a:ext cx="508158" cy="543805"/>
            <a:chOff x="0" y="0"/>
            <a:chExt cx="812800" cy="869819"/>
          </a:xfrm>
        </p:grpSpPr>
        <p:sp>
          <p:nvSpPr>
            <p:cNvPr id="1048760" name="Freeform 3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61" name="TextBox 3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762" name="Freeform 34"/>
          <p:cNvSpPr/>
          <p:nvPr/>
        </p:nvSpPr>
        <p:spPr>
          <a:xfrm>
            <a:off x="16313420" y="1028700"/>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113" name="Group 35"/>
          <p:cNvGrpSpPr/>
          <p:nvPr/>
        </p:nvGrpSpPr>
        <p:grpSpPr>
          <a:xfrm>
            <a:off x="17170670" y="-178579"/>
            <a:ext cx="10994424" cy="10994424"/>
            <a:chOff x="0" y="0"/>
            <a:chExt cx="812800" cy="812800"/>
          </a:xfrm>
        </p:grpSpPr>
        <p:sp>
          <p:nvSpPr>
            <p:cNvPr id="1048763" name="Freeform 36"/>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764" name="TextBox 37"/>
            <p:cNvSpPr txBox="1"/>
            <p:nvPr/>
          </p:nvSpPr>
          <p:spPr>
            <a:xfrm>
              <a:off x="76200" y="47625"/>
              <a:ext cx="660400" cy="688975"/>
            </a:xfrm>
            <a:prstGeom prst="rect"/>
          </p:spPr>
          <p:txBody>
            <a:bodyPr anchor="ctr" bIns="50800" lIns="50800" rIns="50800" rtlCol="0" tIns="50800"/>
            <a:p>
              <a:pPr algn="ctr">
                <a:lnSpc>
                  <a:spcPts val="2659"/>
                </a:lnSpc>
              </a:pPr>
            </a:p>
          </p:txBody>
        </p:sp>
      </p:grpSp>
      <p:sp>
        <p:nvSpPr>
          <p:cNvPr id="1048765" name="TextBox 42"/>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MODULE DESCRIPTION</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766" name="TextBox 43"/>
          <p:cNvSpPr txBox="1"/>
          <p:nvPr/>
        </p:nvSpPr>
        <p:spPr>
          <a:xfrm>
            <a:off x="2209800" y="1638300"/>
            <a:ext cx="15082325" cy="8054340"/>
          </a:xfrm>
          <a:prstGeom prst="rect"/>
          <a:noFill/>
        </p:spPr>
        <p:txBody>
          <a:bodyPr rtlCol="0" wrap="square">
            <a:spAutoFit/>
          </a:bodyPr>
          <a:p>
            <a:endParaRPr b="1" dirty="0" sz="2800" lang="en-IN"/>
          </a:p>
          <a:p>
            <a:r>
              <a:rPr b="1" dirty="0" sz="2800" lang="en-IN"/>
              <a:t>Module 1: User Management</a:t>
            </a:r>
          </a:p>
          <a:p>
            <a:r>
              <a:rPr dirty="0" sz="2800" lang="en-IN"/>
              <a:t>Handles user registration, login, and profile management with secure authentication.</a:t>
            </a:r>
          </a:p>
          <a:p>
            <a:endParaRPr dirty="0" sz="2800" lang="en-IN"/>
          </a:p>
          <a:p>
            <a:r>
              <a:rPr b="1" dirty="0" sz="2800" lang="en-IN"/>
              <a:t>Module 2: Quiz Management</a:t>
            </a:r>
          </a:p>
          <a:p>
            <a:r>
              <a:rPr dirty="0" sz="2800" lang="en-IN"/>
              <a:t>Allows Admin to create , update , delete , quizzes and manage questions.</a:t>
            </a:r>
          </a:p>
          <a:p>
            <a:endParaRPr dirty="0" sz="2800" lang="en-IN"/>
          </a:p>
          <a:p>
            <a:r>
              <a:rPr b="1" dirty="0" sz="2800" lang="en-IN"/>
              <a:t>Module 3: Quiz Execution &amp; Evaluation</a:t>
            </a:r>
          </a:p>
          <a:p>
            <a:r>
              <a:rPr dirty="0" sz="2800" lang="en-IN"/>
              <a:t>Conducts quizzes , record answers,  and automatically calculates scores.</a:t>
            </a:r>
          </a:p>
          <a:p>
            <a:endParaRPr dirty="0" sz="2800" lang="en-IN"/>
          </a:p>
          <a:p>
            <a:r>
              <a:rPr b="1" dirty="0" sz="2800" lang="en-IN"/>
              <a:t>Module 4: Certificate Generation</a:t>
            </a:r>
          </a:p>
          <a:p>
            <a:r>
              <a:rPr dirty="0" sz="2800" lang="en-US"/>
              <a:t>Generates and downloads PDF certificates for users who pass the quiz.</a:t>
            </a:r>
            <a:endParaRPr dirty="0" sz="2800" lang="en-IN"/>
          </a:p>
          <a:p>
            <a:endParaRPr dirty="0" sz="2800" lang="en-IN"/>
          </a:p>
          <a:p>
            <a:endParaRPr dirty="0" sz="2800" lang="en-IN"/>
          </a:p>
          <a:p>
            <a:endParaRPr dirty="0" sz="2800" lang="en-IN"/>
          </a:p>
          <a:p>
            <a:endParaRPr dirty="0" sz="2800" lang="en-IN"/>
          </a:p>
          <a:p>
            <a:endParaRPr dirty="0" sz="2800" lang="en-IN"/>
          </a:p>
          <a:p>
            <a:endParaRPr dirty="0" sz="2800" lang="en-IN"/>
          </a:p>
          <a:p>
            <a:endParaRPr dirty="0" sz="2800"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14" name=""/>
        <p:cNvGrpSpPr/>
        <p:nvPr/>
      </p:nvGrpSpPr>
      <p:grpSpPr>
        <a:xfrm>
          <a:off x="0" y="0"/>
          <a:ext cx="0" cy="0"/>
          <a:chOff x="0" y="0"/>
          <a:chExt cx="0" cy="0"/>
        </a:xfrm>
      </p:grpSpPr>
      <p:grpSp>
        <p:nvGrpSpPr>
          <p:cNvPr id="115" name="Group 7"/>
          <p:cNvGrpSpPr/>
          <p:nvPr/>
        </p:nvGrpSpPr>
        <p:grpSpPr>
          <a:xfrm>
            <a:off x="735588" y="6653894"/>
            <a:ext cx="992463" cy="992463"/>
            <a:chOff x="0" y="0"/>
            <a:chExt cx="812800" cy="812800"/>
          </a:xfrm>
        </p:grpSpPr>
        <p:sp>
          <p:nvSpPr>
            <p:cNvPr id="1048767" name="Freeform 8"/>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768" name="TextBox 9"/>
            <p:cNvSpPr txBox="1"/>
            <p:nvPr/>
          </p:nvSpPr>
          <p:spPr>
            <a:xfrm>
              <a:off x="76200" y="19050"/>
              <a:ext cx="660400" cy="717550"/>
            </a:xfrm>
            <a:prstGeom prst="rect"/>
          </p:spPr>
          <p:txBody>
            <a:bodyPr anchor="ctr" bIns="50800" lIns="50800" rIns="50800" rtlCol="0" tIns="50800"/>
            <a:p>
              <a:pPr algn="ctr">
                <a:lnSpc>
                  <a:spcPts val="3779"/>
                </a:lnSpc>
                <a:spcBef>
                  <a:spcPct val="0"/>
                </a:spcBef>
              </a:pPr>
              <a:r>
                <a:rPr b="1" dirty="0" sz="2400" lang="en-US">
                  <a:solidFill>
                    <a:srgbClr val="002060"/>
                  </a:solidFill>
                  <a:latin typeface="Gotham"/>
                  <a:ea typeface="Gotham"/>
                  <a:cs typeface="Gotham"/>
                  <a:sym typeface="Gotham"/>
                </a:rPr>
                <a:t>8</a:t>
              </a:r>
            </a:p>
          </p:txBody>
        </p:sp>
      </p:grpSp>
      <p:grpSp>
        <p:nvGrpSpPr>
          <p:cNvPr id="116" name="Group 10"/>
          <p:cNvGrpSpPr/>
          <p:nvPr/>
        </p:nvGrpSpPr>
        <p:grpSpPr>
          <a:xfrm>
            <a:off x="977741" y="3315742"/>
            <a:ext cx="508158" cy="543805"/>
            <a:chOff x="0" y="0"/>
            <a:chExt cx="812800" cy="869819"/>
          </a:xfrm>
        </p:grpSpPr>
        <p:sp>
          <p:nvSpPr>
            <p:cNvPr id="1048769" name="Freeform 1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70" name="TextBox 1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117" name="Group 13"/>
          <p:cNvGrpSpPr/>
          <p:nvPr/>
        </p:nvGrpSpPr>
        <p:grpSpPr>
          <a:xfrm>
            <a:off x="977741" y="1982349"/>
            <a:ext cx="508158" cy="543805"/>
            <a:chOff x="0" y="0"/>
            <a:chExt cx="812800" cy="869819"/>
          </a:xfrm>
        </p:grpSpPr>
        <p:sp>
          <p:nvSpPr>
            <p:cNvPr id="1048771" name="Freeform 1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72" name="TextBox 1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118" name="Group 16"/>
          <p:cNvGrpSpPr/>
          <p:nvPr/>
        </p:nvGrpSpPr>
        <p:grpSpPr>
          <a:xfrm>
            <a:off x="977741" y="3983373"/>
            <a:ext cx="508158" cy="543805"/>
            <a:chOff x="0" y="0"/>
            <a:chExt cx="812800" cy="869819"/>
          </a:xfrm>
        </p:grpSpPr>
        <p:sp>
          <p:nvSpPr>
            <p:cNvPr id="1048773" name="Freeform 1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74" name="TextBox 1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119" name="Group 19"/>
          <p:cNvGrpSpPr/>
          <p:nvPr/>
        </p:nvGrpSpPr>
        <p:grpSpPr>
          <a:xfrm>
            <a:off x="977741" y="2648112"/>
            <a:ext cx="508158" cy="543805"/>
            <a:chOff x="0" y="0"/>
            <a:chExt cx="812800" cy="869819"/>
          </a:xfrm>
        </p:grpSpPr>
        <p:sp>
          <p:nvSpPr>
            <p:cNvPr id="1048775" name="Freeform 2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76" name="TextBox 2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120" name="Group 22"/>
          <p:cNvGrpSpPr/>
          <p:nvPr/>
        </p:nvGrpSpPr>
        <p:grpSpPr>
          <a:xfrm>
            <a:off x="977741" y="5318634"/>
            <a:ext cx="508158" cy="543805"/>
            <a:chOff x="0" y="0"/>
            <a:chExt cx="812800" cy="869819"/>
          </a:xfrm>
        </p:grpSpPr>
        <p:sp>
          <p:nvSpPr>
            <p:cNvPr id="1048777"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78"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121" name="Group 25"/>
          <p:cNvGrpSpPr/>
          <p:nvPr/>
        </p:nvGrpSpPr>
        <p:grpSpPr>
          <a:xfrm>
            <a:off x="977741" y="4651003"/>
            <a:ext cx="508158" cy="543805"/>
            <a:chOff x="0" y="0"/>
            <a:chExt cx="812800" cy="869819"/>
          </a:xfrm>
        </p:grpSpPr>
        <p:sp>
          <p:nvSpPr>
            <p:cNvPr id="1048779"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80"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122" name="Group 28"/>
          <p:cNvGrpSpPr/>
          <p:nvPr/>
        </p:nvGrpSpPr>
        <p:grpSpPr>
          <a:xfrm>
            <a:off x="977741" y="5986264"/>
            <a:ext cx="508158" cy="543805"/>
            <a:chOff x="0" y="0"/>
            <a:chExt cx="812800" cy="869819"/>
          </a:xfrm>
        </p:grpSpPr>
        <p:sp>
          <p:nvSpPr>
            <p:cNvPr id="1048781" name="Freeform 2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82" name="TextBox 3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123" name="Group 31"/>
          <p:cNvGrpSpPr/>
          <p:nvPr/>
        </p:nvGrpSpPr>
        <p:grpSpPr>
          <a:xfrm>
            <a:off x="977741" y="7760846"/>
            <a:ext cx="508158" cy="543805"/>
            <a:chOff x="0" y="0"/>
            <a:chExt cx="812800" cy="869819"/>
          </a:xfrm>
        </p:grpSpPr>
        <p:sp>
          <p:nvSpPr>
            <p:cNvPr id="1048783" name="Freeform 3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84" name="TextBox 3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785" name="Freeform 34"/>
          <p:cNvSpPr/>
          <p:nvPr/>
        </p:nvSpPr>
        <p:spPr>
          <a:xfrm>
            <a:off x="16313420" y="1028700"/>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124" name="Group 35"/>
          <p:cNvGrpSpPr/>
          <p:nvPr/>
        </p:nvGrpSpPr>
        <p:grpSpPr>
          <a:xfrm>
            <a:off x="17170670" y="-178579"/>
            <a:ext cx="10994424" cy="10994424"/>
            <a:chOff x="0" y="0"/>
            <a:chExt cx="812800" cy="812800"/>
          </a:xfrm>
        </p:grpSpPr>
        <p:sp>
          <p:nvSpPr>
            <p:cNvPr id="1048786" name="Freeform 36"/>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787" name="TextBox 37"/>
            <p:cNvSpPr txBox="1"/>
            <p:nvPr/>
          </p:nvSpPr>
          <p:spPr>
            <a:xfrm>
              <a:off x="76200" y="47625"/>
              <a:ext cx="660400" cy="688975"/>
            </a:xfrm>
            <a:prstGeom prst="rect"/>
          </p:spPr>
          <p:txBody>
            <a:bodyPr anchor="ctr" bIns="50800" lIns="50800" rIns="50800" rtlCol="0" tIns="50800"/>
            <a:p>
              <a:pPr algn="ctr">
                <a:lnSpc>
                  <a:spcPts val="2659"/>
                </a:lnSpc>
              </a:pPr>
            </a:p>
          </p:txBody>
        </p:sp>
      </p:grpSp>
      <p:sp>
        <p:nvSpPr>
          <p:cNvPr id="1048788" name="TextBox 42"/>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IMPLEMENTATION SCREENSHOTS</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789" name="TextBox 43"/>
          <p:cNvSpPr txBox="1"/>
          <p:nvPr/>
        </p:nvSpPr>
        <p:spPr>
          <a:xfrm>
            <a:off x="2209800" y="1638300"/>
            <a:ext cx="15082325" cy="5958840"/>
          </a:xfrm>
          <a:prstGeom prst="rect"/>
          <a:noFill/>
        </p:spPr>
        <p:txBody>
          <a:bodyPr rtlCol="0" wrap="square">
            <a:spAutoFit/>
          </a:bodyPr>
          <a:p>
            <a:r>
              <a:rPr dirty="0" sz="2800" lang="en-US">
                <a:solidFill>
                  <a:srgbClr val="0033CC"/>
                </a:solidFill>
              </a:rPr>
              <a:t>Home Page:</a:t>
            </a:r>
          </a:p>
          <a:p>
            <a:endParaRPr dirty="0" sz="2800" lang="en-US">
              <a:solidFill>
                <a:srgbClr val="0033CC"/>
              </a:solidFill>
            </a:endParaRPr>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pic>
        <p:nvPicPr>
          <p:cNvPr id="2097160" name=""/>
          <p:cNvPicPr>
            <a:picLocks/>
          </p:cNvPicPr>
          <p:nvPr/>
        </p:nvPicPr>
        <p:blipFill>
          <a:blip xmlns:r="http://schemas.openxmlformats.org/officeDocument/2006/relationships" r:embed="rId2"/>
          <a:stretch>
            <a:fillRect/>
          </a:stretch>
        </p:blipFill>
        <p:spPr>
          <a:xfrm rot="0">
            <a:off x="2453973" y="2159868"/>
            <a:ext cx="14642303" cy="6429552"/>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25" name=""/>
        <p:cNvGrpSpPr/>
        <p:nvPr/>
      </p:nvGrpSpPr>
      <p:grpSpPr>
        <a:xfrm>
          <a:off x="0" y="0"/>
          <a:ext cx="0" cy="0"/>
          <a:chOff x="0" y="0"/>
          <a:chExt cx="0" cy="0"/>
        </a:xfrm>
      </p:grpSpPr>
      <p:grpSp>
        <p:nvGrpSpPr>
          <p:cNvPr id="126" name="Group 7"/>
          <p:cNvGrpSpPr/>
          <p:nvPr/>
        </p:nvGrpSpPr>
        <p:grpSpPr>
          <a:xfrm>
            <a:off x="735588" y="6653894"/>
            <a:ext cx="992463" cy="992463"/>
            <a:chOff x="0" y="0"/>
            <a:chExt cx="812800" cy="812800"/>
          </a:xfrm>
        </p:grpSpPr>
        <p:sp>
          <p:nvSpPr>
            <p:cNvPr id="1048790" name="Freeform 8"/>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791" name="TextBox 9"/>
            <p:cNvSpPr txBox="1"/>
            <p:nvPr/>
          </p:nvSpPr>
          <p:spPr>
            <a:xfrm>
              <a:off x="76200" y="19050"/>
              <a:ext cx="660400" cy="717550"/>
            </a:xfrm>
            <a:prstGeom prst="rect"/>
          </p:spPr>
          <p:txBody>
            <a:bodyPr anchor="ctr" bIns="50800" lIns="50800" rIns="50800" rtlCol="0" tIns="50800"/>
            <a:p>
              <a:pPr algn="ctr">
                <a:lnSpc>
                  <a:spcPts val="3779"/>
                </a:lnSpc>
                <a:spcBef>
                  <a:spcPct val="0"/>
                </a:spcBef>
              </a:pPr>
              <a:r>
                <a:rPr b="1" dirty="0" sz="2400" lang="en-US">
                  <a:solidFill>
                    <a:srgbClr val="002060"/>
                  </a:solidFill>
                  <a:latin typeface="Gotham"/>
                  <a:ea typeface="Gotham"/>
                  <a:cs typeface="Gotham"/>
                  <a:sym typeface="Gotham"/>
                </a:rPr>
                <a:t>8(A)</a:t>
              </a:r>
            </a:p>
          </p:txBody>
        </p:sp>
      </p:grpSp>
      <p:grpSp>
        <p:nvGrpSpPr>
          <p:cNvPr id="127" name="Group 10"/>
          <p:cNvGrpSpPr/>
          <p:nvPr/>
        </p:nvGrpSpPr>
        <p:grpSpPr>
          <a:xfrm>
            <a:off x="977741" y="3315742"/>
            <a:ext cx="508158" cy="543805"/>
            <a:chOff x="0" y="0"/>
            <a:chExt cx="812800" cy="869819"/>
          </a:xfrm>
        </p:grpSpPr>
        <p:sp>
          <p:nvSpPr>
            <p:cNvPr id="1048792" name="Freeform 1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93" name="TextBox 1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128" name="Group 13"/>
          <p:cNvGrpSpPr/>
          <p:nvPr/>
        </p:nvGrpSpPr>
        <p:grpSpPr>
          <a:xfrm>
            <a:off x="977741" y="1982349"/>
            <a:ext cx="508158" cy="543805"/>
            <a:chOff x="0" y="0"/>
            <a:chExt cx="812800" cy="869819"/>
          </a:xfrm>
        </p:grpSpPr>
        <p:sp>
          <p:nvSpPr>
            <p:cNvPr id="1048794" name="Freeform 1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95" name="TextBox 1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129" name="Group 16"/>
          <p:cNvGrpSpPr/>
          <p:nvPr/>
        </p:nvGrpSpPr>
        <p:grpSpPr>
          <a:xfrm>
            <a:off x="977741" y="3983373"/>
            <a:ext cx="508158" cy="543805"/>
            <a:chOff x="0" y="0"/>
            <a:chExt cx="812800" cy="869819"/>
          </a:xfrm>
        </p:grpSpPr>
        <p:sp>
          <p:nvSpPr>
            <p:cNvPr id="1048796" name="Freeform 1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97" name="TextBox 1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130" name="Group 19"/>
          <p:cNvGrpSpPr/>
          <p:nvPr/>
        </p:nvGrpSpPr>
        <p:grpSpPr>
          <a:xfrm>
            <a:off x="977741" y="2648112"/>
            <a:ext cx="508158" cy="543805"/>
            <a:chOff x="0" y="0"/>
            <a:chExt cx="812800" cy="869819"/>
          </a:xfrm>
        </p:grpSpPr>
        <p:sp>
          <p:nvSpPr>
            <p:cNvPr id="1048798" name="Freeform 2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799" name="TextBox 2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131" name="Group 22"/>
          <p:cNvGrpSpPr/>
          <p:nvPr/>
        </p:nvGrpSpPr>
        <p:grpSpPr>
          <a:xfrm>
            <a:off x="977741" y="5318634"/>
            <a:ext cx="508158" cy="543805"/>
            <a:chOff x="0" y="0"/>
            <a:chExt cx="812800" cy="869819"/>
          </a:xfrm>
        </p:grpSpPr>
        <p:sp>
          <p:nvSpPr>
            <p:cNvPr id="1048800"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01"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132" name="Group 25"/>
          <p:cNvGrpSpPr/>
          <p:nvPr/>
        </p:nvGrpSpPr>
        <p:grpSpPr>
          <a:xfrm>
            <a:off x="977741" y="4651003"/>
            <a:ext cx="508158" cy="543805"/>
            <a:chOff x="0" y="0"/>
            <a:chExt cx="812800" cy="869819"/>
          </a:xfrm>
        </p:grpSpPr>
        <p:sp>
          <p:nvSpPr>
            <p:cNvPr id="1048802"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03"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133" name="Group 28"/>
          <p:cNvGrpSpPr/>
          <p:nvPr/>
        </p:nvGrpSpPr>
        <p:grpSpPr>
          <a:xfrm>
            <a:off x="977741" y="5986264"/>
            <a:ext cx="508158" cy="543805"/>
            <a:chOff x="0" y="0"/>
            <a:chExt cx="812800" cy="869819"/>
          </a:xfrm>
        </p:grpSpPr>
        <p:sp>
          <p:nvSpPr>
            <p:cNvPr id="1048804" name="Freeform 2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05" name="TextBox 3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134" name="Group 31"/>
          <p:cNvGrpSpPr/>
          <p:nvPr/>
        </p:nvGrpSpPr>
        <p:grpSpPr>
          <a:xfrm>
            <a:off x="977741" y="7760846"/>
            <a:ext cx="508158" cy="543805"/>
            <a:chOff x="0" y="0"/>
            <a:chExt cx="812800" cy="869819"/>
          </a:xfrm>
        </p:grpSpPr>
        <p:sp>
          <p:nvSpPr>
            <p:cNvPr id="1048806" name="Freeform 3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07" name="TextBox 3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808" name="Freeform 34"/>
          <p:cNvSpPr/>
          <p:nvPr/>
        </p:nvSpPr>
        <p:spPr>
          <a:xfrm>
            <a:off x="16313420" y="1028700"/>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135" name="Group 35"/>
          <p:cNvGrpSpPr/>
          <p:nvPr/>
        </p:nvGrpSpPr>
        <p:grpSpPr>
          <a:xfrm>
            <a:off x="17170670" y="-178579"/>
            <a:ext cx="10994424" cy="10994424"/>
            <a:chOff x="0" y="0"/>
            <a:chExt cx="812800" cy="812800"/>
          </a:xfrm>
        </p:grpSpPr>
        <p:sp>
          <p:nvSpPr>
            <p:cNvPr id="1048809" name="Freeform 36"/>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810" name="TextBox 37"/>
            <p:cNvSpPr txBox="1"/>
            <p:nvPr/>
          </p:nvSpPr>
          <p:spPr>
            <a:xfrm>
              <a:off x="76200" y="47625"/>
              <a:ext cx="660400" cy="688975"/>
            </a:xfrm>
            <a:prstGeom prst="rect"/>
          </p:spPr>
          <p:txBody>
            <a:bodyPr anchor="ctr" bIns="50800" lIns="50800" rIns="50800" rtlCol="0" tIns="50800"/>
            <a:p>
              <a:pPr algn="ctr">
                <a:lnSpc>
                  <a:spcPts val="2659"/>
                </a:lnSpc>
              </a:pPr>
            </a:p>
          </p:txBody>
        </p:sp>
      </p:grpSp>
      <p:sp>
        <p:nvSpPr>
          <p:cNvPr id="1048811" name="TextBox 42"/>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IMPLEMENTATION SCREENSHOTS</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812" name="TextBox 43"/>
          <p:cNvSpPr txBox="1"/>
          <p:nvPr/>
        </p:nvSpPr>
        <p:spPr>
          <a:xfrm>
            <a:off x="2209800" y="1638300"/>
            <a:ext cx="15082325" cy="5958840"/>
          </a:xfrm>
          <a:prstGeom prst="rect"/>
          <a:noFill/>
        </p:spPr>
        <p:txBody>
          <a:bodyPr rtlCol="0" wrap="square">
            <a:spAutoFit/>
          </a:bodyPr>
          <a:p>
            <a:r>
              <a:rPr dirty="0" sz="2800" lang="en-US">
                <a:solidFill>
                  <a:srgbClr val="0033CC"/>
                </a:solidFill>
              </a:rPr>
              <a:t>Main Page :</a:t>
            </a:r>
          </a:p>
          <a:p>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pic>
        <p:nvPicPr>
          <p:cNvPr id="2097156" name="Picture 1"/>
          <p:cNvPicPr>
            <a:picLocks noChangeAspect="1"/>
          </p:cNvPicPr>
          <p:nvPr/>
        </p:nvPicPr>
        <p:blipFill>
          <a:blip xmlns:r="http://schemas.openxmlformats.org/officeDocument/2006/relationships" r:embed="rId2"/>
          <a:stretch>
            <a:fillRect/>
          </a:stretch>
        </p:blipFill>
        <p:spPr>
          <a:xfrm>
            <a:off x="2116755" y="2324100"/>
            <a:ext cx="14282373" cy="6324600"/>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36" name=""/>
        <p:cNvGrpSpPr/>
        <p:nvPr/>
      </p:nvGrpSpPr>
      <p:grpSpPr>
        <a:xfrm>
          <a:off x="0" y="0"/>
          <a:ext cx="0" cy="0"/>
          <a:chOff x="0" y="0"/>
          <a:chExt cx="0" cy="0"/>
        </a:xfrm>
      </p:grpSpPr>
      <p:grpSp>
        <p:nvGrpSpPr>
          <p:cNvPr id="137" name="Group 7"/>
          <p:cNvGrpSpPr/>
          <p:nvPr/>
        </p:nvGrpSpPr>
        <p:grpSpPr>
          <a:xfrm>
            <a:off x="735588" y="6653894"/>
            <a:ext cx="992463" cy="992463"/>
            <a:chOff x="0" y="0"/>
            <a:chExt cx="812800" cy="812800"/>
          </a:xfrm>
        </p:grpSpPr>
        <p:sp>
          <p:nvSpPr>
            <p:cNvPr id="1048813" name="Freeform 8"/>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814" name="TextBox 9"/>
            <p:cNvSpPr txBox="1"/>
            <p:nvPr/>
          </p:nvSpPr>
          <p:spPr>
            <a:xfrm>
              <a:off x="76200" y="19050"/>
              <a:ext cx="660400" cy="717550"/>
            </a:xfrm>
            <a:prstGeom prst="rect"/>
          </p:spPr>
          <p:txBody>
            <a:bodyPr anchor="ctr" bIns="50800" lIns="50800" rIns="50800" rtlCol="0" tIns="50800"/>
            <a:p>
              <a:pPr algn="ctr">
                <a:lnSpc>
                  <a:spcPts val="3779"/>
                </a:lnSpc>
                <a:spcBef>
                  <a:spcPct val="0"/>
                </a:spcBef>
              </a:pPr>
              <a:r>
                <a:rPr b="1" dirty="0" sz="2400" lang="en-US">
                  <a:solidFill>
                    <a:srgbClr val="002060"/>
                  </a:solidFill>
                  <a:latin typeface="Gotham"/>
                  <a:ea typeface="Gotham"/>
                  <a:cs typeface="Gotham"/>
                  <a:sym typeface="Gotham"/>
                </a:rPr>
                <a:t>8(B)</a:t>
              </a:r>
            </a:p>
          </p:txBody>
        </p:sp>
      </p:grpSp>
      <p:grpSp>
        <p:nvGrpSpPr>
          <p:cNvPr id="138" name="Group 10"/>
          <p:cNvGrpSpPr/>
          <p:nvPr/>
        </p:nvGrpSpPr>
        <p:grpSpPr>
          <a:xfrm>
            <a:off x="977741" y="3315742"/>
            <a:ext cx="508158" cy="543805"/>
            <a:chOff x="0" y="0"/>
            <a:chExt cx="812800" cy="869819"/>
          </a:xfrm>
        </p:grpSpPr>
        <p:sp>
          <p:nvSpPr>
            <p:cNvPr id="1048815" name="Freeform 1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16" name="TextBox 1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139" name="Group 13"/>
          <p:cNvGrpSpPr/>
          <p:nvPr/>
        </p:nvGrpSpPr>
        <p:grpSpPr>
          <a:xfrm>
            <a:off x="977741" y="1982349"/>
            <a:ext cx="508158" cy="543805"/>
            <a:chOff x="0" y="0"/>
            <a:chExt cx="812800" cy="869819"/>
          </a:xfrm>
        </p:grpSpPr>
        <p:sp>
          <p:nvSpPr>
            <p:cNvPr id="1048817" name="Freeform 1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18" name="TextBox 1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140" name="Group 16"/>
          <p:cNvGrpSpPr/>
          <p:nvPr/>
        </p:nvGrpSpPr>
        <p:grpSpPr>
          <a:xfrm>
            <a:off x="977741" y="3983373"/>
            <a:ext cx="508158" cy="543805"/>
            <a:chOff x="0" y="0"/>
            <a:chExt cx="812800" cy="869819"/>
          </a:xfrm>
        </p:grpSpPr>
        <p:sp>
          <p:nvSpPr>
            <p:cNvPr id="1048819" name="Freeform 1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20" name="TextBox 1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141" name="Group 19"/>
          <p:cNvGrpSpPr/>
          <p:nvPr/>
        </p:nvGrpSpPr>
        <p:grpSpPr>
          <a:xfrm>
            <a:off x="977741" y="2648112"/>
            <a:ext cx="508158" cy="543805"/>
            <a:chOff x="0" y="0"/>
            <a:chExt cx="812800" cy="869819"/>
          </a:xfrm>
        </p:grpSpPr>
        <p:sp>
          <p:nvSpPr>
            <p:cNvPr id="1048821" name="Freeform 2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22" name="TextBox 2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142" name="Group 22"/>
          <p:cNvGrpSpPr/>
          <p:nvPr/>
        </p:nvGrpSpPr>
        <p:grpSpPr>
          <a:xfrm>
            <a:off x="977741" y="5318634"/>
            <a:ext cx="508158" cy="543805"/>
            <a:chOff x="0" y="0"/>
            <a:chExt cx="812800" cy="869819"/>
          </a:xfrm>
        </p:grpSpPr>
        <p:sp>
          <p:nvSpPr>
            <p:cNvPr id="1048823"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24"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143" name="Group 25"/>
          <p:cNvGrpSpPr/>
          <p:nvPr/>
        </p:nvGrpSpPr>
        <p:grpSpPr>
          <a:xfrm>
            <a:off x="977741" y="4651003"/>
            <a:ext cx="508158" cy="543805"/>
            <a:chOff x="0" y="0"/>
            <a:chExt cx="812800" cy="869819"/>
          </a:xfrm>
        </p:grpSpPr>
        <p:sp>
          <p:nvSpPr>
            <p:cNvPr id="1048825"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26"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144" name="Group 28"/>
          <p:cNvGrpSpPr/>
          <p:nvPr/>
        </p:nvGrpSpPr>
        <p:grpSpPr>
          <a:xfrm>
            <a:off x="977741" y="5986264"/>
            <a:ext cx="508158" cy="543805"/>
            <a:chOff x="0" y="0"/>
            <a:chExt cx="812800" cy="869819"/>
          </a:xfrm>
        </p:grpSpPr>
        <p:sp>
          <p:nvSpPr>
            <p:cNvPr id="1048827" name="Freeform 2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28" name="TextBox 3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145" name="Group 31"/>
          <p:cNvGrpSpPr/>
          <p:nvPr/>
        </p:nvGrpSpPr>
        <p:grpSpPr>
          <a:xfrm>
            <a:off x="977741" y="7760846"/>
            <a:ext cx="508158" cy="543805"/>
            <a:chOff x="0" y="0"/>
            <a:chExt cx="812800" cy="869819"/>
          </a:xfrm>
        </p:grpSpPr>
        <p:sp>
          <p:nvSpPr>
            <p:cNvPr id="1048829" name="Freeform 3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30" name="TextBox 3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831" name="Freeform 34"/>
          <p:cNvSpPr/>
          <p:nvPr/>
        </p:nvSpPr>
        <p:spPr>
          <a:xfrm>
            <a:off x="16313420" y="1028700"/>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146" name="Group 35"/>
          <p:cNvGrpSpPr/>
          <p:nvPr/>
        </p:nvGrpSpPr>
        <p:grpSpPr>
          <a:xfrm>
            <a:off x="17170670" y="-178579"/>
            <a:ext cx="10994424" cy="10994424"/>
            <a:chOff x="0" y="0"/>
            <a:chExt cx="812800" cy="812800"/>
          </a:xfrm>
        </p:grpSpPr>
        <p:sp>
          <p:nvSpPr>
            <p:cNvPr id="1048832" name="Freeform 36"/>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833" name="TextBox 37"/>
            <p:cNvSpPr txBox="1"/>
            <p:nvPr/>
          </p:nvSpPr>
          <p:spPr>
            <a:xfrm>
              <a:off x="76200" y="47625"/>
              <a:ext cx="660400" cy="688975"/>
            </a:xfrm>
            <a:prstGeom prst="rect"/>
          </p:spPr>
          <p:txBody>
            <a:bodyPr anchor="ctr" bIns="50800" lIns="50800" rIns="50800" rtlCol="0" tIns="50800"/>
            <a:p>
              <a:pPr algn="ctr">
                <a:lnSpc>
                  <a:spcPts val="2659"/>
                </a:lnSpc>
              </a:pPr>
            </a:p>
          </p:txBody>
        </p:sp>
      </p:grpSp>
      <p:sp>
        <p:nvSpPr>
          <p:cNvPr id="1048834" name="TextBox 42"/>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IMPLEMENTATION SCREENSHOTS</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835" name="TextBox 43"/>
          <p:cNvSpPr txBox="1"/>
          <p:nvPr/>
        </p:nvSpPr>
        <p:spPr>
          <a:xfrm>
            <a:off x="2209800" y="1638300"/>
            <a:ext cx="15082325" cy="4701541"/>
          </a:xfrm>
          <a:prstGeom prst="rect"/>
          <a:noFill/>
        </p:spPr>
        <p:txBody>
          <a:bodyPr rtlCol="0" wrap="square">
            <a:spAutoFit/>
          </a:bodyPr>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pic>
        <p:nvPicPr>
          <p:cNvPr id="2097157" name="Picture 1"/>
          <p:cNvPicPr>
            <a:picLocks noChangeAspect="1"/>
          </p:cNvPicPr>
          <p:nvPr/>
        </p:nvPicPr>
        <p:blipFill>
          <a:blip xmlns:r="http://schemas.openxmlformats.org/officeDocument/2006/relationships" r:embed="rId2"/>
          <a:stretch>
            <a:fillRect/>
          </a:stretch>
        </p:blipFill>
        <p:spPr>
          <a:xfrm>
            <a:off x="2665734" y="2095500"/>
            <a:ext cx="13412466" cy="6248400"/>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47" name=""/>
        <p:cNvGrpSpPr/>
        <p:nvPr/>
      </p:nvGrpSpPr>
      <p:grpSpPr>
        <a:xfrm>
          <a:off x="0" y="0"/>
          <a:ext cx="0" cy="0"/>
          <a:chOff x="0" y="0"/>
          <a:chExt cx="0" cy="0"/>
        </a:xfrm>
      </p:grpSpPr>
      <p:grpSp>
        <p:nvGrpSpPr>
          <p:cNvPr id="148" name="Group 7"/>
          <p:cNvGrpSpPr/>
          <p:nvPr/>
        </p:nvGrpSpPr>
        <p:grpSpPr>
          <a:xfrm>
            <a:off x="735588" y="6653894"/>
            <a:ext cx="992463" cy="992463"/>
            <a:chOff x="0" y="0"/>
            <a:chExt cx="812800" cy="812800"/>
          </a:xfrm>
        </p:grpSpPr>
        <p:sp>
          <p:nvSpPr>
            <p:cNvPr id="1048836" name="Freeform 8"/>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837" name="TextBox 9"/>
            <p:cNvSpPr txBox="1"/>
            <p:nvPr/>
          </p:nvSpPr>
          <p:spPr>
            <a:xfrm>
              <a:off x="76200" y="19050"/>
              <a:ext cx="660400" cy="717550"/>
            </a:xfrm>
            <a:prstGeom prst="rect"/>
          </p:spPr>
          <p:txBody>
            <a:bodyPr anchor="ctr" bIns="50800" lIns="50800" rIns="50800" rtlCol="0" tIns="50800"/>
            <a:p>
              <a:pPr algn="ctr">
                <a:lnSpc>
                  <a:spcPts val="3779"/>
                </a:lnSpc>
                <a:spcBef>
                  <a:spcPct val="0"/>
                </a:spcBef>
              </a:pPr>
              <a:r>
                <a:rPr b="1" dirty="0" sz="2400" lang="en-US">
                  <a:solidFill>
                    <a:srgbClr val="002060"/>
                  </a:solidFill>
                  <a:latin typeface="Gotham"/>
                  <a:ea typeface="Gotham"/>
                  <a:cs typeface="Gotham"/>
                  <a:sym typeface="Gotham"/>
                </a:rPr>
                <a:t>8(C)</a:t>
              </a:r>
            </a:p>
          </p:txBody>
        </p:sp>
      </p:grpSp>
      <p:grpSp>
        <p:nvGrpSpPr>
          <p:cNvPr id="149" name="Group 10"/>
          <p:cNvGrpSpPr/>
          <p:nvPr/>
        </p:nvGrpSpPr>
        <p:grpSpPr>
          <a:xfrm>
            <a:off x="977741" y="3315742"/>
            <a:ext cx="508158" cy="543805"/>
            <a:chOff x="0" y="0"/>
            <a:chExt cx="812800" cy="869819"/>
          </a:xfrm>
        </p:grpSpPr>
        <p:sp>
          <p:nvSpPr>
            <p:cNvPr id="1048838" name="Freeform 1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39" name="TextBox 1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150" name="Group 13"/>
          <p:cNvGrpSpPr/>
          <p:nvPr/>
        </p:nvGrpSpPr>
        <p:grpSpPr>
          <a:xfrm>
            <a:off x="977741" y="1982349"/>
            <a:ext cx="508158" cy="543805"/>
            <a:chOff x="0" y="0"/>
            <a:chExt cx="812800" cy="869819"/>
          </a:xfrm>
        </p:grpSpPr>
        <p:sp>
          <p:nvSpPr>
            <p:cNvPr id="1048840" name="Freeform 1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41" name="TextBox 1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151" name="Group 16"/>
          <p:cNvGrpSpPr/>
          <p:nvPr/>
        </p:nvGrpSpPr>
        <p:grpSpPr>
          <a:xfrm>
            <a:off x="977741" y="3983373"/>
            <a:ext cx="508158" cy="543805"/>
            <a:chOff x="0" y="0"/>
            <a:chExt cx="812800" cy="869819"/>
          </a:xfrm>
        </p:grpSpPr>
        <p:sp>
          <p:nvSpPr>
            <p:cNvPr id="1048842" name="Freeform 1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43" name="TextBox 1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152" name="Group 19"/>
          <p:cNvGrpSpPr/>
          <p:nvPr/>
        </p:nvGrpSpPr>
        <p:grpSpPr>
          <a:xfrm>
            <a:off x="977741" y="2648112"/>
            <a:ext cx="508158" cy="543805"/>
            <a:chOff x="0" y="0"/>
            <a:chExt cx="812800" cy="869819"/>
          </a:xfrm>
        </p:grpSpPr>
        <p:sp>
          <p:nvSpPr>
            <p:cNvPr id="1048844" name="Freeform 2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45" name="TextBox 2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153" name="Group 22"/>
          <p:cNvGrpSpPr/>
          <p:nvPr/>
        </p:nvGrpSpPr>
        <p:grpSpPr>
          <a:xfrm>
            <a:off x="977741" y="5318634"/>
            <a:ext cx="508158" cy="543805"/>
            <a:chOff x="0" y="0"/>
            <a:chExt cx="812800" cy="869819"/>
          </a:xfrm>
        </p:grpSpPr>
        <p:sp>
          <p:nvSpPr>
            <p:cNvPr id="1048846" name="Freeform 23"/>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47" name="TextBox 24"/>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154" name="Group 25"/>
          <p:cNvGrpSpPr/>
          <p:nvPr/>
        </p:nvGrpSpPr>
        <p:grpSpPr>
          <a:xfrm>
            <a:off x="977741" y="4651003"/>
            <a:ext cx="508158" cy="543805"/>
            <a:chOff x="0" y="0"/>
            <a:chExt cx="812800" cy="869819"/>
          </a:xfrm>
        </p:grpSpPr>
        <p:sp>
          <p:nvSpPr>
            <p:cNvPr id="1048848" name="Freeform 26"/>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49" name="TextBox 27"/>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155" name="Group 28"/>
          <p:cNvGrpSpPr/>
          <p:nvPr/>
        </p:nvGrpSpPr>
        <p:grpSpPr>
          <a:xfrm>
            <a:off x="977741" y="5986264"/>
            <a:ext cx="508158" cy="543805"/>
            <a:chOff x="0" y="0"/>
            <a:chExt cx="812800" cy="869819"/>
          </a:xfrm>
        </p:grpSpPr>
        <p:sp>
          <p:nvSpPr>
            <p:cNvPr id="1048850" name="Freeform 2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51" name="TextBox 3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156" name="Group 31"/>
          <p:cNvGrpSpPr/>
          <p:nvPr/>
        </p:nvGrpSpPr>
        <p:grpSpPr>
          <a:xfrm>
            <a:off x="977741" y="7760846"/>
            <a:ext cx="508158" cy="543805"/>
            <a:chOff x="0" y="0"/>
            <a:chExt cx="812800" cy="869819"/>
          </a:xfrm>
        </p:grpSpPr>
        <p:sp>
          <p:nvSpPr>
            <p:cNvPr id="1048852" name="Freeform 3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53" name="TextBox 3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9</a:t>
              </a:r>
            </a:p>
          </p:txBody>
        </p:sp>
      </p:grpSp>
      <p:sp>
        <p:nvSpPr>
          <p:cNvPr id="1048854" name="Freeform 34"/>
          <p:cNvSpPr/>
          <p:nvPr/>
        </p:nvSpPr>
        <p:spPr>
          <a:xfrm>
            <a:off x="16313420" y="1028700"/>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157" name="Group 35"/>
          <p:cNvGrpSpPr/>
          <p:nvPr/>
        </p:nvGrpSpPr>
        <p:grpSpPr>
          <a:xfrm>
            <a:off x="17170670" y="-178579"/>
            <a:ext cx="10994424" cy="10994424"/>
            <a:chOff x="0" y="0"/>
            <a:chExt cx="812800" cy="812800"/>
          </a:xfrm>
        </p:grpSpPr>
        <p:sp>
          <p:nvSpPr>
            <p:cNvPr id="1048855" name="Freeform 36"/>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048856" name="TextBox 37"/>
            <p:cNvSpPr txBox="1"/>
            <p:nvPr/>
          </p:nvSpPr>
          <p:spPr>
            <a:xfrm>
              <a:off x="76200" y="47625"/>
              <a:ext cx="660400" cy="688975"/>
            </a:xfrm>
            <a:prstGeom prst="rect"/>
          </p:spPr>
          <p:txBody>
            <a:bodyPr anchor="ctr" bIns="50800" lIns="50800" rIns="50800" rtlCol="0" tIns="50800"/>
            <a:p>
              <a:pPr algn="ctr">
                <a:lnSpc>
                  <a:spcPts val="2659"/>
                </a:lnSpc>
              </a:pPr>
            </a:p>
          </p:txBody>
        </p:sp>
      </p:grpSp>
      <p:sp>
        <p:nvSpPr>
          <p:cNvPr id="1048857" name="TextBox 42"/>
          <p:cNvSpPr txBox="1"/>
          <p:nvPr/>
        </p:nvSpPr>
        <p:spPr>
          <a:xfrm>
            <a:off x="152400" y="342900"/>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IMPLEMENTATION SCREENSHOTS</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858" name="TextBox 43"/>
          <p:cNvSpPr txBox="1"/>
          <p:nvPr/>
        </p:nvSpPr>
        <p:spPr>
          <a:xfrm>
            <a:off x="2209800" y="1638300"/>
            <a:ext cx="15082325" cy="5120641"/>
          </a:xfrm>
          <a:prstGeom prst="rect"/>
          <a:noFill/>
        </p:spPr>
        <p:txBody>
          <a:bodyPr rtlCol="0" wrap="square">
            <a:spAutoFit/>
          </a:bodyPr>
          <a:p>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pic>
        <p:nvPicPr>
          <p:cNvPr id="2097158" name="Picture 1"/>
          <p:cNvPicPr>
            <a:picLocks noChangeAspect="1"/>
          </p:cNvPicPr>
          <p:nvPr/>
        </p:nvPicPr>
        <p:blipFill>
          <a:blip xmlns:r="http://schemas.openxmlformats.org/officeDocument/2006/relationships" r:embed="rId2"/>
          <a:stretch>
            <a:fillRect/>
          </a:stretch>
        </p:blipFill>
        <p:spPr>
          <a:xfrm>
            <a:off x="2971800" y="2333625"/>
            <a:ext cx="13106400" cy="5619750"/>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58" name=""/>
        <p:cNvGrpSpPr/>
        <p:nvPr/>
      </p:nvGrpSpPr>
      <p:grpSpPr>
        <a:xfrm>
          <a:off x="0" y="0"/>
          <a:ext cx="0" cy="0"/>
          <a:chOff x="0" y="0"/>
          <a:chExt cx="0" cy="0"/>
        </a:xfrm>
      </p:grpSpPr>
      <p:grpSp>
        <p:nvGrpSpPr>
          <p:cNvPr id="159" name="Group 5"/>
          <p:cNvGrpSpPr/>
          <p:nvPr/>
        </p:nvGrpSpPr>
        <p:grpSpPr>
          <a:xfrm>
            <a:off x="735588" y="7321525"/>
            <a:ext cx="992463" cy="992463"/>
            <a:chOff x="0" y="0"/>
            <a:chExt cx="812800" cy="812800"/>
          </a:xfrm>
        </p:grpSpPr>
        <p:sp>
          <p:nvSpPr>
            <p:cNvPr id="1048859" name="Freeform 6"/>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048860" name="TextBox 7"/>
            <p:cNvSpPr txBox="1"/>
            <p:nvPr/>
          </p:nvSpPr>
          <p:spPr>
            <a:xfrm>
              <a:off x="76200" y="19050"/>
              <a:ext cx="660400" cy="717550"/>
            </a:xfrm>
            <a:prstGeom prst="rect"/>
          </p:spPr>
          <p:txBody>
            <a:bodyPr anchor="ctr" bIns="50800" lIns="50800" rIns="50800" rtlCol="0" tIns="50800"/>
            <a:p>
              <a:pPr algn="ctr">
                <a:lnSpc>
                  <a:spcPts val="3779"/>
                </a:lnSpc>
                <a:spcBef>
                  <a:spcPct val="0"/>
                </a:spcBef>
              </a:pPr>
              <a:r>
                <a:rPr sz="2699" lang="en-US">
                  <a:solidFill>
                    <a:srgbClr val="FFFEFE"/>
                  </a:solidFill>
                  <a:latin typeface="Gotham"/>
                  <a:ea typeface="Gotham"/>
                  <a:cs typeface="Gotham"/>
                  <a:sym typeface="Gotham"/>
                </a:rPr>
                <a:t>9</a:t>
              </a:r>
            </a:p>
          </p:txBody>
        </p:sp>
      </p:grpSp>
      <p:grpSp>
        <p:nvGrpSpPr>
          <p:cNvPr id="160" name="Group 8"/>
          <p:cNvGrpSpPr/>
          <p:nvPr/>
        </p:nvGrpSpPr>
        <p:grpSpPr>
          <a:xfrm>
            <a:off x="977741" y="3315742"/>
            <a:ext cx="508158" cy="543805"/>
            <a:chOff x="0" y="0"/>
            <a:chExt cx="812800" cy="869819"/>
          </a:xfrm>
        </p:grpSpPr>
        <p:sp>
          <p:nvSpPr>
            <p:cNvPr id="1048861" name="Freeform 9"/>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62" name="TextBox 10"/>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3</a:t>
              </a:r>
            </a:p>
          </p:txBody>
        </p:sp>
      </p:grpSp>
      <p:grpSp>
        <p:nvGrpSpPr>
          <p:cNvPr id="161" name="Group 11"/>
          <p:cNvGrpSpPr/>
          <p:nvPr/>
        </p:nvGrpSpPr>
        <p:grpSpPr>
          <a:xfrm>
            <a:off x="977741" y="1982349"/>
            <a:ext cx="508158" cy="543805"/>
            <a:chOff x="0" y="0"/>
            <a:chExt cx="812800" cy="869819"/>
          </a:xfrm>
        </p:grpSpPr>
        <p:sp>
          <p:nvSpPr>
            <p:cNvPr id="1048863" name="Freeform 12"/>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64" name="TextBox 13"/>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1</a:t>
              </a:r>
            </a:p>
          </p:txBody>
        </p:sp>
      </p:grpSp>
      <p:grpSp>
        <p:nvGrpSpPr>
          <p:cNvPr id="162" name="Group 14"/>
          <p:cNvGrpSpPr/>
          <p:nvPr/>
        </p:nvGrpSpPr>
        <p:grpSpPr>
          <a:xfrm>
            <a:off x="977741" y="3983373"/>
            <a:ext cx="508158" cy="543805"/>
            <a:chOff x="0" y="0"/>
            <a:chExt cx="812800" cy="869819"/>
          </a:xfrm>
        </p:grpSpPr>
        <p:sp>
          <p:nvSpPr>
            <p:cNvPr id="1048865" name="Freeform 15"/>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66" name="TextBox 16"/>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4</a:t>
              </a:r>
            </a:p>
          </p:txBody>
        </p:sp>
      </p:grpSp>
      <p:grpSp>
        <p:nvGrpSpPr>
          <p:cNvPr id="163" name="Group 17"/>
          <p:cNvGrpSpPr/>
          <p:nvPr/>
        </p:nvGrpSpPr>
        <p:grpSpPr>
          <a:xfrm>
            <a:off x="977741" y="2648112"/>
            <a:ext cx="508158" cy="543805"/>
            <a:chOff x="0" y="0"/>
            <a:chExt cx="812800" cy="869819"/>
          </a:xfrm>
        </p:grpSpPr>
        <p:sp>
          <p:nvSpPr>
            <p:cNvPr id="1048867" name="Freeform 18"/>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68" name="TextBox 19"/>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2</a:t>
              </a:r>
            </a:p>
          </p:txBody>
        </p:sp>
      </p:grpSp>
      <p:grpSp>
        <p:nvGrpSpPr>
          <p:cNvPr id="164" name="Group 20"/>
          <p:cNvGrpSpPr/>
          <p:nvPr/>
        </p:nvGrpSpPr>
        <p:grpSpPr>
          <a:xfrm>
            <a:off x="977741" y="5318634"/>
            <a:ext cx="508158" cy="543805"/>
            <a:chOff x="0" y="0"/>
            <a:chExt cx="812800" cy="869819"/>
          </a:xfrm>
        </p:grpSpPr>
        <p:sp>
          <p:nvSpPr>
            <p:cNvPr id="1048869" name="Freeform 21"/>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70" name="TextBox 22"/>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6</a:t>
              </a:r>
            </a:p>
          </p:txBody>
        </p:sp>
      </p:grpSp>
      <p:grpSp>
        <p:nvGrpSpPr>
          <p:cNvPr id="165" name="Group 23"/>
          <p:cNvGrpSpPr/>
          <p:nvPr/>
        </p:nvGrpSpPr>
        <p:grpSpPr>
          <a:xfrm>
            <a:off x="977741" y="4651003"/>
            <a:ext cx="508158" cy="543805"/>
            <a:chOff x="0" y="0"/>
            <a:chExt cx="812800" cy="869819"/>
          </a:xfrm>
        </p:grpSpPr>
        <p:sp>
          <p:nvSpPr>
            <p:cNvPr id="1048871" name="Freeform 24"/>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72" name="TextBox 25"/>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5</a:t>
              </a:r>
            </a:p>
          </p:txBody>
        </p:sp>
      </p:grpSp>
      <p:grpSp>
        <p:nvGrpSpPr>
          <p:cNvPr id="166" name="Group 26"/>
          <p:cNvGrpSpPr/>
          <p:nvPr/>
        </p:nvGrpSpPr>
        <p:grpSpPr>
          <a:xfrm>
            <a:off x="977741" y="5986264"/>
            <a:ext cx="508158" cy="543805"/>
            <a:chOff x="0" y="0"/>
            <a:chExt cx="812800" cy="869819"/>
          </a:xfrm>
        </p:grpSpPr>
        <p:sp>
          <p:nvSpPr>
            <p:cNvPr id="1048873" name="Freeform 27"/>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74" name="TextBox 28"/>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7</a:t>
              </a:r>
            </a:p>
          </p:txBody>
        </p:sp>
      </p:grpSp>
      <p:grpSp>
        <p:nvGrpSpPr>
          <p:cNvPr id="167" name="Group 29"/>
          <p:cNvGrpSpPr/>
          <p:nvPr/>
        </p:nvGrpSpPr>
        <p:grpSpPr>
          <a:xfrm>
            <a:off x="977741" y="6653894"/>
            <a:ext cx="508158" cy="543805"/>
            <a:chOff x="0" y="0"/>
            <a:chExt cx="812800" cy="869819"/>
          </a:xfrm>
        </p:grpSpPr>
        <p:sp>
          <p:nvSpPr>
            <p:cNvPr id="1048875" name="Freeform 30"/>
            <p:cNvSpPr/>
            <p:nvPr/>
          </p:nvSpPr>
          <p:spPr>
            <a:xfrm>
              <a:off x="0" y="0"/>
              <a:ext cx="812800" cy="869819"/>
            </a:xfrm>
            <a:custGeom>
              <a:avLst/>
              <a:ah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48876" name="TextBox 31"/>
            <p:cNvSpPr txBox="1"/>
            <p:nvPr/>
          </p:nvSpPr>
          <p:spPr>
            <a:xfrm>
              <a:off x="76200" y="52970"/>
              <a:ext cx="660400" cy="735303"/>
            </a:xfrm>
            <a:prstGeom prst="rect"/>
          </p:spPr>
          <p:txBody>
            <a:bodyPr anchor="ctr" bIns="50800" lIns="50800" rIns="50800" rtlCol="0" tIns="50800"/>
            <a:p>
              <a:pPr algn="ctr">
                <a:lnSpc>
                  <a:spcPts val="2380"/>
                </a:lnSpc>
                <a:spcBef>
                  <a:spcPct val="0"/>
                </a:spcBef>
              </a:pPr>
              <a:r>
                <a:rPr sz="1700" lang="en-US">
                  <a:solidFill>
                    <a:srgbClr val="191919"/>
                  </a:solidFill>
                  <a:latin typeface="Gotham"/>
                  <a:ea typeface="Gotham"/>
                  <a:cs typeface="Gotham"/>
                  <a:sym typeface="Gotham"/>
                </a:rPr>
                <a:t>8</a:t>
              </a:r>
            </a:p>
          </p:txBody>
        </p:sp>
      </p:grpSp>
      <p:sp>
        <p:nvSpPr>
          <p:cNvPr id="1048877" name="Freeform 32"/>
          <p:cNvSpPr/>
          <p:nvPr/>
        </p:nvSpPr>
        <p:spPr>
          <a:xfrm>
            <a:off x="16313420" y="1028700"/>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grpSp>
        <p:nvGrpSpPr>
          <p:cNvPr id="168" name="Group 44"/>
          <p:cNvGrpSpPr/>
          <p:nvPr/>
        </p:nvGrpSpPr>
        <p:grpSpPr>
          <a:xfrm>
            <a:off x="16786360" y="-353712"/>
            <a:ext cx="10994424" cy="10994424"/>
            <a:chOff x="0" y="0"/>
            <a:chExt cx="812800" cy="812800"/>
          </a:xfrm>
        </p:grpSpPr>
        <p:sp>
          <p:nvSpPr>
            <p:cNvPr id="1048878" name="Freeform 45"/>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1048879" name="TextBox 46"/>
            <p:cNvSpPr txBox="1"/>
            <p:nvPr/>
          </p:nvSpPr>
          <p:spPr>
            <a:xfrm>
              <a:off x="76200" y="47625"/>
              <a:ext cx="660400" cy="688975"/>
            </a:xfrm>
            <a:prstGeom prst="rect"/>
          </p:spPr>
          <p:txBody>
            <a:bodyPr anchor="ctr" bIns="50800" lIns="50800" rIns="50800" rtlCol="0" tIns="50800"/>
            <a:p>
              <a:pPr algn="ctr">
                <a:lnSpc>
                  <a:spcPts val="2659"/>
                </a:lnSpc>
              </a:pPr>
            </a:p>
          </p:txBody>
        </p:sp>
      </p:grpSp>
      <p:sp>
        <p:nvSpPr>
          <p:cNvPr id="1048880" name="TextBox 1"/>
          <p:cNvSpPr txBox="1"/>
          <p:nvPr/>
        </p:nvSpPr>
        <p:spPr>
          <a:xfrm>
            <a:off x="190500" y="290493"/>
            <a:ext cx="17907000" cy="830997"/>
          </a:xfrm>
          <a:prstGeom prst="rect"/>
          <a:noFill/>
        </p:spPr>
        <p:txBody>
          <a:bodyPr rtlCol="0" wrap="square">
            <a:spAutoFit/>
          </a:bodyPr>
          <a:p>
            <a:pPr algn="ctr"/>
            <a:r>
              <a:rPr b="1" dirty="0" sz="4800" lang="en-US">
                <a:solidFill>
                  <a:srgbClr val="0033CC"/>
                </a:solidFill>
                <a:latin typeface="Times New Roman" panose="02020603050405020304" pitchFamily="18" charset="0"/>
                <a:cs typeface="Times New Roman" panose="02020603050405020304" pitchFamily="18" charset="0"/>
              </a:rPr>
              <a:t>ADVANTAGES &amp; LIMITATIONS</a:t>
            </a:r>
            <a:endParaRPr b="1" dirty="0" sz="4800" lang="en-IN">
              <a:solidFill>
                <a:srgbClr val="0033CC"/>
              </a:solidFill>
              <a:latin typeface="Times New Roman" panose="02020603050405020304" pitchFamily="18" charset="0"/>
              <a:cs typeface="Times New Roman" panose="02020603050405020304" pitchFamily="18" charset="0"/>
            </a:endParaRPr>
          </a:p>
        </p:txBody>
      </p:sp>
      <p:sp>
        <p:nvSpPr>
          <p:cNvPr id="1048881" name="TextBox 2"/>
          <p:cNvSpPr txBox="1"/>
          <p:nvPr/>
        </p:nvSpPr>
        <p:spPr>
          <a:xfrm>
            <a:off x="2209801" y="1638301"/>
            <a:ext cx="14576560" cy="8473440"/>
          </a:xfrm>
          <a:prstGeom prst="rect"/>
          <a:noFill/>
          <a:ln>
            <a:noFill/>
          </a:ln>
        </p:spPr>
        <p:txBody>
          <a:bodyPr rtlCol="0" wrap="square">
            <a:spAutoFit/>
          </a:bodyPr>
          <a:p>
            <a:pPr indent="-457200" marL="457200">
              <a:buFontTx/>
              <a:buChar char="-"/>
            </a:pPr>
            <a:endParaRPr dirty="0" sz="2800" lang="en-US"/>
          </a:p>
          <a:p>
            <a:r>
              <a:rPr b="1" dirty="0" sz="2800" lang="en-US">
                <a:solidFill>
                  <a:srgbClr val="0033CC"/>
                </a:solidFill>
              </a:rPr>
              <a:t>Advantages:</a:t>
            </a:r>
          </a:p>
          <a:p>
            <a:endParaRPr dirty="0" sz="2800" lang="en-US"/>
          </a:p>
          <a:p>
            <a:r>
              <a:rPr dirty="0" sz="2800" lang="en-US"/>
              <a:t>1.Time saving and Fully Automated.</a:t>
            </a:r>
          </a:p>
          <a:p>
            <a:r>
              <a:rPr dirty="0" sz="2800" lang="en-US"/>
              <a:t>2.Instant Certificate Generation.</a:t>
            </a:r>
          </a:p>
          <a:p>
            <a:r>
              <a:rPr dirty="0" sz="2800" lang="en-US"/>
              <a:t>3.Easy Access &amp; Scalable.</a:t>
            </a:r>
          </a:p>
          <a:p>
            <a:pPr indent="-457200" marL="457200">
              <a:buFontTx/>
              <a:buChar char="-"/>
            </a:pPr>
            <a:endParaRPr dirty="0" sz="2800" lang="en-US"/>
          </a:p>
          <a:p>
            <a:r>
              <a:rPr b="1" dirty="0" sz="2800" lang="en-US">
                <a:solidFill>
                  <a:srgbClr val="0033CC"/>
                </a:solidFill>
              </a:rPr>
              <a:t>Limitations:</a:t>
            </a:r>
          </a:p>
          <a:p>
            <a:r>
              <a:rPr b="1" dirty="0" sz="2800" lang="en-US"/>
              <a:t> </a:t>
            </a:r>
          </a:p>
          <a:p>
            <a:r>
              <a:rPr dirty="0" sz="2800" lang="en-US"/>
              <a:t>1.Limited to Objective-Type Questions.</a:t>
            </a:r>
          </a:p>
          <a:p>
            <a:r>
              <a:rPr dirty="0" sz="2800" lang="en-US"/>
              <a:t>2.Internet Dependency(Stable Internet connection is Required).</a:t>
            </a:r>
          </a:p>
          <a:p>
            <a:r>
              <a:rPr dirty="0" sz="2800" lang="en-US"/>
              <a:t>3.Security and Malpractice Issues.</a:t>
            </a:r>
          </a:p>
          <a:p>
            <a:r>
              <a:rPr dirty="0" sz="2800" lang="en-US"/>
              <a:t>4.Certificate Misuse.</a:t>
            </a:r>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US"/>
          </a:p>
          <a:p>
            <a:pPr indent="-457200" marL="457200">
              <a:buFontTx/>
              <a:buChar char="-"/>
            </a:pPr>
            <a:endParaRPr dirty="0" sz="2800"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69" name=""/>
        <p:cNvGrpSpPr/>
        <p:nvPr/>
      </p:nvGrpSpPr>
      <p:grpSpPr>
        <a:xfrm>
          <a:off x="0" y="0"/>
          <a:ext cx="0" cy="0"/>
          <a:chOff x="0" y="0"/>
          <a:chExt cx="0" cy="0"/>
        </a:xfrm>
      </p:grpSpPr>
      <p:sp>
        <p:nvSpPr>
          <p:cNvPr id="1048882" name="Freeform 32"/>
          <p:cNvSpPr/>
          <p:nvPr/>
        </p:nvSpPr>
        <p:spPr>
          <a:xfrm>
            <a:off x="16313420" y="1028700"/>
            <a:ext cx="945880" cy="236470"/>
          </a:xfrm>
          <a:custGeom>
            <a:avLst/>
            <a:ahLst/>
            <a:rect l="l" t="t" r="r" b="b"/>
            <a:pathLst>
              <a:path w="945880" h="236470">
                <a:moveTo>
                  <a:pt x="0" y="0"/>
                </a:moveTo>
                <a:lnTo>
                  <a:pt x="945880" y="0"/>
                </a:lnTo>
                <a:lnTo>
                  <a:pt x="945880" y="236470"/>
                </a:lnTo>
                <a:lnTo>
                  <a:pt x="0" y="236470"/>
                </a:lnTo>
                <a:lnTo>
                  <a:pt x="0" y="0"/>
                </a:lnTo>
                <a:close/>
              </a:path>
            </a:pathLst>
          </a:custGeom>
          <a:blipFill>
            <a:blip xmlns:r="http://schemas.openxmlformats.org/officeDocument/2006/relationships" r:embed="rId1"/>
            <a:stretch>
              <a:fillRect/>
            </a:stretch>
          </a:blipFill>
        </p:spPr>
      </p:sp>
      <p:sp>
        <p:nvSpPr>
          <p:cNvPr id="1048883" name="TextBox 43"/>
          <p:cNvSpPr txBox="1"/>
          <p:nvPr/>
        </p:nvSpPr>
        <p:spPr>
          <a:xfrm>
            <a:off x="3200400" y="4486172"/>
            <a:ext cx="11159653" cy="1288923"/>
          </a:xfrm>
          <a:prstGeom prst="rect"/>
        </p:spPr>
        <p:txBody>
          <a:bodyPr anchor="t" bIns="0" lIns="0" rIns="0" rtlCol="0" tIns="0" wrap="square">
            <a:spAutoFit/>
          </a:bodyPr>
          <a:p>
            <a:pPr algn="ctr">
              <a:lnSpc>
                <a:spcPts val="10149"/>
              </a:lnSpc>
            </a:pPr>
            <a:r>
              <a:rPr b="1" dirty="0" sz="11153" i="1" lang="en-US">
                <a:solidFill>
                  <a:srgbClr val="191919"/>
                </a:solidFill>
                <a:latin typeface="Gotham Bold Italics"/>
                <a:ea typeface="Gotham Bold Italics"/>
                <a:cs typeface="Gotham Bold Italics"/>
                <a:sym typeface="Gotham Bold Italics"/>
              </a:rPr>
              <a:t>Thank you</a:t>
            </a:r>
          </a:p>
        </p:txBody>
      </p:sp>
      <p:grpSp>
        <p:nvGrpSpPr>
          <p:cNvPr id="170" name="Group 44"/>
          <p:cNvGrpSpPr/>
          <p:nvPr/>
        </p:nvGrpSpPr>
        <p:grpSpPr>
          <a:xfrm>
            <a:off x="16786360" y="-353712"/>
            <a:ext cx="10994424" cy="10994424"/>
            <a:chOff x="0" y="0"/>
            <a:chExt cx="812800" cy="812800"/>
          </a:xfrm>
        </p:grpSpPr>
        <p:sp>
          <p:nvSpPr>
            <p:cNvPr id="1048884" name="Freeform 45"/>
            <p:cNvSpPr/>
            <p:nvPr/>
          </p:nvSpPr>
          <p:spPr>
            <a:xfrm>
              <a:off x="0" y="0"/>
              <a:ext cx="812800" cy="812800"/>
            </a:xfrm>
            <a:custGeom>
              <a:av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1048885" name="TextBox 46"/>
            <p:cNvSpPr txBox="1"/>
            <p:nvPr/>
          </p:nvSpPr>
          <p:spPr>
            <a:xfrm>
              <a:off x="76200" y="47625"/>
              <a:ext cx="660400" cy="688975"/>
            </a:xfrm>
            <a:prstGeom prst="rect"/>
          </p:spPr>
          <p:txBody>
            <a:bodyPr anchor="ctr" bIns="50800" lIns="50800" rIns="50800" rtlCol="0" tIns="50800"/>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White and Orange Simple Portfolio Presentation</dc:title>
  <dc:creator>sairam gurram</dc:creator>
  <cp:lastModifiedBy>sairam gurram</cp:lastModifiedBy>
  <dcterms:created xsi:type="dcterms:W3CDTF">2006-08-15T13:00:00Z</dcterms:created>
  <dcterms:modified xsi:type="dcterms:W3CDTF">2026-03-26T02:47:29Z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9c64144d5f3040b0a7a97b3f9b6f37f4</vt:lpwstr>
  </property>
</Properties>
</file>