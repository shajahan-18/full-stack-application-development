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9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86E6E-C22E-4828-957C-43F4BA814C46}" v="126" dt="2026-04-15T14:11:52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-8934997" y="-738931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386128" y="3283226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</a:t>
            </a:r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5906649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38200" y="8052519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SYED SHAJAHAN </a:t>
            </a: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VTU25639–23UECS0890 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582400" y="7982686"/>
            <a:ext cx="7772399" cy="136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Dr. S. Hemamalini – M.E., Ph.D.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4DD3DA66-D1FD-0E54-EEE2-6F84998B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589879"/>
            <a:ext cx="1280160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 is 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recruitment system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connect job seekers and employers in a single platform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traditional manual hiring methods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job discovery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Easy application submission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Efficient hiring process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UI (dark theme)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usability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Students (job seekers)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Employers (recruiters)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51160" y="752602"/>
            <a:ext cx="14935200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B2F08-4DB2-DD41-A2D0-4444498758E2}"/>
              </a:ext>
            </a:extLst>
          </p:cNvPr>
          <p:cNvSpPr txBox="1"/>
          <p:nvPr/>
        </p:nvSpPr>
        <p:spPr>
          <a:xfrm>
            <a:off x="3171127" y="1709875"/>
            <a:ext cx="1135682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hiring systems suffer from: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of applications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issues 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finding relevant jobs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tracking system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managing multiple applicants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filtering system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Hence, a smart job portal system is required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B4A2AE-018E-FB86-A446-4A3958B87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34847"/>
            <a:ext cx="14136091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full-stack job portal application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Easy job search functionality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Efficient job posting system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Secure login authentication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Role-based access control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Responsive and modern UI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consistency and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8B0C1F-09C3-0A9F-4624-90B08F98900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57600" y="908092"/>
            <a:ext cx="10134600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users: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1.Student/User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Employer/Admin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User registration and 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Job posting and browsing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Application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Dashboard analytics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ensures: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Data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Secure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Smooth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7DEA1C-7BF5-B62C-A9FC-9DF5E4FBB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364186"/>
            <a:ext cx="6261943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Input: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enter data such as login details, job search filters, and job postings.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collected through the web interface (frontend).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Processing: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processes user requests and validates the input data.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business logic like job posting, searching, and applications.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Database: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system data including users, jobs, and applications.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relationships and ensures data consistency.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Output: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such as job listings, dashboards, and application status.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responses to users based on their actions.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 Flow: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 from user input → backend processing → database → output display.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communication between all system components.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E8A95-8FEF-F6BE-E75E-9BB66AF43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203834"/>
            <a:ext cx="634097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2534" y="1189072"/>
            <a:ext cx="15082325" cy="7494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SpringMVC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algn="just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Security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MAC, Web Browser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577104" y="1936792"/>
            <a:ext cx="1496087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registration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login by verifying username and 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(Student / Employer / Admin)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post, edit, delete jobs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apply for jobs, Track application status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jobs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1902569" y="1409700"/>
            <a:ext cx="10670431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1AD7E-C14A-CC36-D000-A3A3D5286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84" y="1726918"/>
            <a:ext cx="10670431" cy="69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849397" y="1087751"/>
            <a:ext cx="15108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2DB6F320-3B41-F6FC-4986-F6BC65BA11CF}"/>
              </a:ext>
            </a:extLst>
          </p:cNvPr>
          <p:cNvSpPr txBox="1"/>
          <p:nvPr/>
        </p:nvSpPr>
        <p:spPr>
          <a:xfrm>
            <a:off x="17817087" y="341801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733A930-8184-7398-1451-320725AF8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133" y="1249812"/>
            <a:ext cx="8932970" cy="580643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C37DE8E-4E73-8043-2B6B-B200F9004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548" y="4259087"/>
            <a:ext cx="8924391" cy="580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DA0E9-1B11-B13C-C15B-15E85962D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81100"/>
            <a:ext cx="121920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366679" y="1362990"/>
            <a:ext cx="13554642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system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authentication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features in current version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AI-based recommendations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without cloud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729</Words>
  <Application>Microsoft Office PowerPoint</Application>
  <PresentationFormat>Custom</PresentationFormat>
  <Paragraphs>285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Gotham</vt:lpstr>
      <vt:lpstr>Arial</vt:lpstr>
      <vt:lpstr>Times New Roman</vt:lpstr>
      <vt:lpstr>Bookman Old Style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borra anjikesava</cp:lastModifiedBy>
  <cp:revision>19</cp:revision>
  <dcterms:created xsi:type="dcterms:W3CDTF">2006-08-16T00:00:00Z</dcterms:created>
  <dcterms:modified xsi:type="dcterms:W3CDTF">2026-04-20T04:19:53Z</dcterms:modified>
  <dc:identifier>DAHCaYqJ9OU</dc:identifier>
</cp:coreProperties>
</file>